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2" r:id="rId2"/>
    <p:sldId id="265" r:id="rId3"/>
    <p:sldId id="266" r:id="rId4"/>
    <p:sldId id="270" r:id="rId5"/>
    <p:sldId id="269" r:id="rId6"/>
    <p:sldId id="271" r:id="rId7"/>
    <p:sldId id="275" r:id="rId8"/>
    <p:sldId id="272" r:id="rId9"/>
    <p:sldId id="267" r:id="rId10"/>
    <p:sldId id="274" r:id="rId11"/>
    <p:sldId id="276" r:id="rId12"/>
    <p:sldId id="278" r:id="rId13"/>
    <p:sldId id="277" r:id="rId14"/>
    <p:sldId id="273" r:id="rId15"/>
    <p:sldId id="279" r:id="rId16"/>
    <p:sldId id="28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%20Analysis%20Vid\BWF_complaint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%20Analysis%20Vid\BWF_cancellation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BWF_complaints!$B$1</c:f>
              <c:strCache>
                <c:ptCount val="1"/>
                <c:pt idx="0">
                  <c:v>Sum of frequency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BWF_complaints!$A$2:$A$11</c:f>
              <c:strCache>
                <c:ptCount val="10"/>
                <c:pt idx="0">
                  <c:v>properly</c:v>
                </c:pt>
                <c:pt idx="1">
                  <c:v>wash</c:v>
                </c:pt>
                <c:pt idx="2">
                  <c:v>working</c:v>
                </c:pt>
                <c:pt idx="3">
                  <c:v>use</c:v>
                </c:pt>
                <c:pt idx="4">
                  <c:v>used</c:v>
                </c:pt>
                <c:pt idx="5">
                  <c:v>loose</c:v>
                </c:pt>
                <c:pt idx="6">
                  <c:v>advertised</c:v>
                </c:pt>
                <c:pt idx="7">
                  <c:v>away</c:v>
                </c:pt>
                <c:pt idx="8">
                  <c:v>hours</c:v>
                </c:pt>
                <c:pt idx="9">
                  <c:v>constantly</c:v>
                </c:pt>
              </c:strCache>
            </c:strRef>
          </c:cat>
          <c:val>
            <c:numRef>
              <c:f>BWF_complaints!$B$2:$B$11</c:f>
              <c:numCache>
                <c:formatCode>General</c:formatCode>
                <c:ptCount val="10"/>
                <c:pt idx="0">
                  <c:v>716</c:v>
                </c:pt>
                <c:pt idx="1">
                  <c:v>403</c:v>
                </c:pt>
                <c:pt idx="2">
                  <c:v>369</c:v>
                </c:pt>
                <c:pt idx="3">
                  <c:v>320</c:v>
                </c:pt>
                <c:pt idx="4">
                  <c:v>259</c:v>
                </c:pt>
                <c:pt idx="5">
                  <c:v>222</c:v>
                </c:pt>
                <c:pt idx="6">
                  <c:v>221</c:v>
                </c:pt>
                <c:pt idx="7">
                  <c:v>195</c:v>
                </c:pt>
                <c:pt idx="8">
                  <c:v>191</c:v>
                </c:pt>
                <c:pt idx="9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87-4BD8-9097-0CF7445664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60359552"/>
        <c:axId val="1060360992"/>
      </c:barChart>
      <c:catAx>
        <c:axId val="1060359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360992"/>
        <c:crosses val="autoZero"/>
        <c:auto val="1"/>
        <c:lblAlgn val="ctr"/>
        <c:lblOffset val="100"/>
        <c:noMultiLvlLbl val="0"/>
      </c:catAx>
      <c:valAx>
        <c:axId val="10603609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60359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[BWF_cancellations.csv]Sheet1!PivotTable1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2114188166946859E-2"/>
          <c:y val="2.9380335701356144E-2"/>
          <c:w val="0.89576059032209432"/>
          <c:h val="0.9706196642986438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Sheet1!$A$4:$A$13</c:f>
              <c:strCache>
                <c:ptCount val="10"/>
                <c:pt idx="0">
                  <c:v>wear</c:v>
                </c:pt>
                <c:pt idx="1">
                  <c:v>space</c:v>
                </c:pt>
                <c:pt idx="2">
                  <c:v>need</c:v>
                </c:pt>
                <c:pt idx="3">
                  <c:v>service</c:v>
                </c:pt>
                <c:pt idx="4">
                  <c:v>brand</c:v>
                </c:pt>
                <c:pt idx="5">
                  <c:v>available</c:v>
                </c:pt>
                <c:pt idx="6">
                  <c:v>lifestyle</c:v>
                </c:pt>
                <c:pt idx="7">
                  <c:v>reviews</c:v>
                </c:pt>
                <c:pt idx="8">
                  <c:v>price</c:v>
                </c:pt>
                <c:pt idx="9">
                  <c:v>use</c:v>
                </c:pt>
              </c:strCache>
            </c:strRef>
          </c:cat>
          <c:val>
            <c:numRef>
              <c:f>Sheet1!$B$4:$B$13</c:f>
              <c:numCache>
                <c:formatCode>General</c:formatCode>
                <c:ptCount val="10"/>
                <c:pt idx="0">
                  <c:v>202</c:v>
                </c:pt>
                <c:pt idx="1">
                  <c:v>207</c:v>
                </c:pt>
                <c:pt idx="2">
                  <c:v>214</c:v>
                </c:pt>
                <c:pt idx="3">
                  <c:v>234</c:v>
                </c:pt>
                <c:pt idx="4">
                  <c:v>239</c:v>
                </c:pt>
                <c:pt idx="5">
                  <c:v>253</c:v>
                </c:pt>
                <c:pt idx="6">
                  <c:v>255</c:v>
                </c:pt>
                <c:pt idx="7">
                  <c:v>318</c:v>
                </c:pt>
                <c:pt idx="8">
                  <c:v>381</c:v>
                </c:pt>
                <c:pt idx="9">
                  <c:v>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F3-4E7A-A8DA-96C5E9F208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1877176944"/>
        <c:axId val="1877177424"/>
      </c:barChart>
      <c:catAx>
        <c:axId val="1877176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177424"/>
        <c:crosses val="autoZero"/>
        <c:auto val="1"/>
        <c:lblAlgn val="ctr"/>
        <c:lblOffset val="100"/>
        <c:noMultiLvlLbl val="0"/>
      </c:catAx>
      <c:valAx>
        <c:axId val="18771774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77176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EAF70-365F-4433-ABCC-128F5AB284D8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5FBDB-F907-4907-815F-11AD90E3A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039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5FBDB-F907-4907-815F-11AD90E3A20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60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7B34-4B35-AE1A-C7AE-7BF5DBC9B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83504-75E5-AA68-42F0-2977AE723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95B3-E335-D61B-AA9A-58E7C89F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BDFF1-0286-BDDB-D277-775380DF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7A86B-F88D-14D7-3D30-29057D11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696151"/>
      </p:ext>
    </p:extLst>
  </p:cSld>
  <p:clrMapOvr>
    <a:masterClrMapping/>
  </p:clrMapOvr>
  <p:transition spd="slow" advClick="0" advTm="1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C7C7-2D2D-F281-3C15-6D9C3AE7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E0C9A-FD52-FC10-402A-13B679F02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F7BF6-46EC-03E8-E0A5-B11478C42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4062C-362A-E252-155B-E16AFCF7A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1ED02-980F-DDD0-39A5-ACB12C16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788601"/>
      </p:ext>
    </p:extLst>
  </p:cSld>
  <p:clrMapOvr>
    <a:masterClrMapping/>
  </p:clrMapOvr>
  <p:transition spd="slow" advClick="0" advTm="1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B103-11B2-B87A-8513-6FF38CF81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7F963-0D4C-F5F5-8561-7E92D9F2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A55D5-869C-5D79-405F-ACE957CA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8E9DE-5259-88B5-1AA9-5ACFF1D5F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C1C0D-4807-9E6E-919F-768DA757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232801"/>
      </p:ext>
    </p:extLst>
  </p:cSld>
  <p:clrMapOvr>
    <a:masterClrMapping/>
  </p:clrMapOvr>
  <p:transition spd="slow" advClick="0" advTm="1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88CD-75B8-509C-B3A1-BB8A94F0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DC32-0313-A4FD-786D-6054C54FE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97192-75CC-45ED-C817-537627A7E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8EAF1-0D78-CCB5-BD0F-20DE7A09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092B8-B650-16AA-6CDD-65214CB3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701DC-B5CC-FA83-3198-982016D9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751467"/>
      </p:ext>
    </p:extLst>
  </p:cSld>
  <p:clrMapOvr>
    <a:masterClrMapping/>
  </p:clrMapOvr>
  <p:transition spd="slow" advClick="0" advTm="1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4751-D59F-DB3D-1476-781C88337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B21CA-DCEA-C03C-A3BE-D5FBAE408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A87C5-ED59-82F6-D096-9A9C2F1B6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A0752-7BEB-D7BB-EAF0-72EC7FB67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65DC1-4E4D-4583-0948-FA82BB726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663D7-A67F-7558-1B8F-230BE061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F1ACF1-BCC0-59FB-5E82-9F5FD87B2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B03DE3-BFE4-3C29-2A29-5763EA3E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365255"/>
      </p:ext>
    </p:extLst>
  </p:cSld>
  <p:clrMapOvr>
    <a:masterClrMapping/>
  </p:clrMapOvr>
  <p:transition spd="slow" advClick="0" advTm="1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35D8E-63C9-E9FC-F181-760E644C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854D2-8EED-3EC6-F513-A4EFACE71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55FDD-745E-9C78-0F56-BBDFA732F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884BA-2764-2F26-61AB-B5A8DACD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091566"/>
      </p:ext>
    </p:extLst>
  </p:cSld>
  <p:clrMapOvr>
    <a:masterClrMapping/>
  </p:clrMapOvr>
  <p:transition spd="slow" advClick="0" advTm="1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AF304-176A-C56B-D0AD-67221196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062878-03DE-0145-CC16-9E56A348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9C5D-AF7B-5256-A59A-2FC0E2DA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778038"/>
      </p:ext>
    </p:extLst>
  </p:cSld>
  <p:clrMapOvr>
    <a:masterClrMapping/>
  </p:clrMapOvr>
  <p:transition spd="slow" advClick="0" advTm="1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6A91-760C-7A5E-71D6-5C841E399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2CE9-AE87-EBCF-AD37-76ABD5908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10B02-DF1D-39E6-8B11-FA9EA9CB8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5FCCE-2CBC-9693-C30E-FA0AB8DF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1C9CE-60AA-646F-AAC1-CDAB00E7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D3D2-9DC2-2F1A-C326-A69F0FE2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782422"/>
      </p:ext>
    </p:extLst>
  </p:cSld>
  <p:clrMapOvr>
    <a:masterClrMapping/>
  </p:clrMapOvr>
  <p:transition spd="slow" advClick="0" advTm="1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DB5D-E988-2B3D-E5B7-24285BAAB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0718C-2A20-C99F-5104-D8D3E1D2D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BC27C-0E2F-1837-A4B4-1C9A0644E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5E270-7CB7-7F92-4188-3DCDBDEA2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50F68-CB0F-BB23-1777-587D0ECD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AFC48-BDA0-1D1D-9237-35AD8E7B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189521"/>
      </p:ext>
    </p:extLst>
  </p:cSld>
  <p:clrMapOvr>
    <a:masterClrMapping/>
  </p:clrMapOvr>
  <p:transition spd="slow" advClick="0" advTm="1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482D-A37B-AA05-5132-91385EF68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B618A-28A0-56F4-A7E8-815CA7322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D94E5-17C4-B91C-39DF-F2CDC202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74903-9B0F-2DBF-FE69-381561E7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A4CAB-6E3C-ED24-F528-FF43411A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971340"/>
      </p:ext>
    </p:extLst>
  </p:cSld>
  <p:clrMapOvr>
    <a:masterClrMapping/>
  </p:clrMapOvr>
  <p:transition spd="slow" advClick="0" advTm="1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11C06C-664D-670A-0DD2-B285D5B4F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F85DB-B4BE-7650-F655-2D6D614C0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E06AC-B1C3-0156-6BE4-FF8873AF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E73FD-4C17-2698-DD69-322F398C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D70D6-BC50-646D-D907-6C59A3B2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919935"/>
      </p:ext>
    </p:extLst>
  </p:cSld>
  <p:clrMapOvr>
    <a:masterClrMapping/>
  </p:clrMapOvr>
  <p:transition spd="slow" advClick="0" advTm="1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2F5FFC-2B31-2F72-FDA3-F4EBFB3C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3ECC0-ADD6-46B5-FBE2-F5AF6FF51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49C8-6115-2681-1EF8-9003C70FC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85B19-C1AB-4B1E-9071-8449AD8D60D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6AB59-BE7D-4F78-744A-017EAD1CB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141F6-98A1-9741-E3AA-4AD89840E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4DFA6-4F5B-48E7-9324-CBCA8C9D1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71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100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B25CB0-1F4C-D4B3-DE00-98E621F760CD}"/>
              </a:ext>
            </a:extLst>
          </p:cNvPr>
          <p:cNvSpPr/>
          <p:nvPr/>
        </p:nvSpPr>
        <p:spPr>
          <a:xfrm>
            <a:off x="0" y="-5252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078791"/>
      </p:ext>
    </p:extLst>
  </p:cSld>
  <p:clrMapOvr>
    <a:masterClrMapping/>
  </p:clrMapOvr>
  <p:transition spd="slow" advClick="0" advTm="100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943158D-FA3E-6D3D-2581-A222E5B867EE}"/>
              </a:ext>
            </a:extLst>
          </p:cNvPr>
          <p:cNvSpPr/>
          <p:nvPr/>
        </p:nvSpPr>
        <p:spPr>
          <a:xfrm>
            <a:off x="6795383" y="2563318"/>
            <a:ext cx="5411449" cy="39124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424D481-9DA3-2D67-C36B-429767C754F7}"/>
              </a:ext>
            </a:extLst>
          </p:cNvPr>
          <p:cNvSpPr/>
          <p:nvPr/>
        </p:nvSpPr>
        <p:spPr>
          <a:xfrm>
            <a:off x="1" y="2563317"/>
            <a:ext cx="8555971" cy="3912434"/>
          </a:xfrm>
          <a:custGeom>
            <a:avLst/>
            <a:gdLst>
              <a:gd name="connsiteX0" fmla="*/ 0 w 8555971"/>
              <a:gd name="connsiteY0" fmla="*/ 0 h 3477719"/>
              <a:gd name="connsiteX1" fmla="*/ 8432733 w 8555971"/>
              <a:gd name="connsiteY1" fmla="*/ 0 h 3477719"/>
              <a:gd name="connsiteX2" fmla="*/ 8046617 w 8555971"/>
              <a:gd name="connsiteY2" fmla="*/ 1666023 h 3477719"/>
              <a:gd name="connsiteX3" fmla="*/ 8046263 w 8555971"/>
              <a:gd name="connsiteY3" fmla="*/ 1666928 h 3477719"/>
              <a:gd name="connsiteX4" fmla="*/ 8046395 w 8555971"/>
              <a:gd name="connsiteY4" fmla="*/ 1666980 h 3477719"/>
              <a:gd name="connsiteX5" fmla="*/ 8046264 w 8555971"/>
              <a:gd name="connsiteY5" fmla="*/ 1667543 h 3477719"/>
              <a:gd name="connsiteX6" fmla="*/ 8050141 w 8555971"/>
              <a:gd name="connsiteY6" fmla="*/ 1668442 h 3477719"/>
              <a:gd name="connsiteX7" fmla="*/ 8555971 w 8555971"/>
              <a:gd name="connsiteY7" fmla="*/ 1865864 h 3477719"/>
              <a:gd name="connsiteX8" fmla="*/ 8182409 w 8555971"/>
              <a:gd name="connsiteY8" fmla="*/ 3477719 h 3477719"/>
              <a:gd name="connsiteX9" fmla="*/ 0 w 8555971"/>
              <a:gd name="connsiteY9" fmla="*/ 3477719 h 3477719"/>
              <a:gd name="connsiteX10" fmla="*/ 0 w 8555971"/>
              <a:gd name="connsiteY10" fmla="*/ 0 h 34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55971" h="3477719">
                <a:moveTo>
                  <a:pt x="0" y="0"/>
                </a:moveTo>
                <a:lnTo>
                  <a:pt x="8432733" y="0"/>
                </a:lnTo>
                <a:lnTo>
                  <a:pt x="8046617" y="1666023"/>
                </a:lnTo>
                <a:lnTo>
                  <a:pt x="8046263" y="1666928"/>
                </a:lnTo>
                <a:lnTo>
                  <a:pt x="8046395" y="1666980"/>
                </a:lnTo>
                <a:lnTo>
                  <a:pt x="8046264" y="1667543"/>
                </a:lnTo>
                <a:lnTo>
                  <a:pt x="8050141" y="1668442"/>
                </a:lnTo>
                <a:lnTo>
                  <a:pt x="8555971" y="1865864"/>
                </a:lnTo>
                <a:lnTo>
                  <a:pt x="8182409" y="3477719"/>
                </a:lnTo>
                <a:lnTo>
                  <a:pt x="0" y="347771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59" name="Graphic 45" descr="Chat bubble outline">
            <a:extLst>
              <a:ext uri="{FF2B5EF4-FFF2-40B4-BE49-F238E27FC236}">
                <a16:creationId xmlns:a16="http://schemas.microsoft.com/office/drawing/2014/main" id="{E9D7CBBF-2771-DB07-C31D-FF2F863C1447}"/>
              </a:ext>
            </a:extLst>
          </p:cNvPr>
          <p:cNvGrpSpPr/>
          <p:nvPr/>
        </p:nvGrpSpPr>
        <p:grpSpPr>
          <a:xfrm>
            <a:off x="9224214" y="3895777"/>
            <a:ext cx="616327" cy="458141"/>
            <a:chOff x="6163900" y="610841"/>
            <a:chExt cx="647700" cy="590550"/>
          </a:xfrm>
          <a:solidFill>
            <a:schemeClr val="bg1">
              <a:lumMod val="50000"/>
            </a:schemeClr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7B48CED-C56C-EB33-B303-0A86151EDCF8}"/>
                </a:ext>
              </a:extLst>
            </p:cNvPr>
            <p:cNvSpPr/>
            <p:nvPr/>
          </p:nvSpPr>
          <p:spPr>
            <a:xfrm>
              <a:off x="6163900" y="610841"/>
              <a:ext cx="647700" cy="590550"/>
            </a:xfrm>
            <a:custGeom>
              <a:avLst/>
              <a:gdLst>
                <a:gd name="connsiteX0" fmla="*/ 609600 w 647700"/>
                <a:gd name="connsiteY0" fmla="*/ 19050 h 590550"/>
                <a:gd name="connsiteX1" fmla="*/ 628650 w 647700"/>
                <a:gd name="connsiteY1" fmla="*/ 38100 h 590550"/>
                <a:gd name="connsiteX2" fmla="*/ 628650 w 647700"/>
                <a:gd name="connsiteY2" fmla="*/ 419100 h 590550"/>
                <a:gd name="connsiteX3" fmla="*/ 609600 w 647700"/>
                <a:gd name="connsiteY3" fmla="*/ 438150 h 590550"/>
                <a:gd name="connsiteX4" fmla="*/ 495300 w 647700"/>
                <a:gd name="connsiteY4" fmla="*/ 438150 h 590550"/>
                <a:gd name="connsiteX5" fmla="*/ 495300 w 647700"/>
                <a:gd name="connsiteY5" fmla="*/ 544563 h 590550"/>
                <a:gd name="connsiteX6" fmla="*/ 399231 w 647700"/>
                <a:gd name="connsiteY6" fmla="*/ 448494 h 590550"/>
                <a:gd name="connsiteX7" fmla="*/ 393649 w 647700"/>
                <a:gd name="connsiteY7" fmla="*/ 442913 h 590550"/>
                <a:gd name="connsiteX8" fmla="*/ 38100 w 647700"/>
                <a:gd name="connsiteY8" fmla="*/ 442913 h 590550"/>
                <a:gd name="connsiteX9" fmla="*/ 19050 w 647700"/>
                <a:gd name="connsiteY9" fmla="*/ 423863 h 590550"/>
                <a:gd name="connsiteX10" fmla="*/ 19050 w 647700"/>
                <a:gd name="connsiteY10" fmla="*/ 38100 h 590550"/>
                <a:gd name="connsiteX11" fmla="*/ 38100 w 647700"/>
                <a:gd name="connsiteY11" fmla="*/ 19050 h 590550"/>
                <a:gd name="connsiteX12" fmla="*/ 609600 w 647700"/>
                <a:gd name="connsiteY12" fmla="*/ 19050 h 590550"/>
                <a:gd name="connsiteX13" fmla="*/ 609600 w 647700"/>
                <a:gd name="connsiteY13" fmla="*/ 0 h 590550"/>
                <a:gd name="connsiteX14" fmla="*/ 38100 w 647700"/>
                <a:gd name="connsiteY14" fmla="*/ 0 h 590550"/>
                <a:gd name="connsiteX15" fmla="*/ 0 w 647700"/>
                <a:gd name="connsiteY15" fmla="*/ 38100 h 590550"/>
                <a:gd name="connsiteX16" fmla="*/ 0 w 647700"/>
                <a:gd name="connsiteY16" fmla="*/ 423863 h 590550"/>
                <a:gd name="connsiteX17" fmla="*/ 38100 w 647700"/>
                <a:gd name="connsiteY17" fmla="*/ 461963 h 590550"/>
                <a:gd name="connsiteX18" fmla="*/ 385763 w 647700"/>
                <a:gd name="connsiteY18" fmla="*/ 461963 h 590550"/>
                <a:gd name="connsiteX19" fmla="*/ 514350 w 647700"/>
                <a:gd name="connsiteY19" fmla="*/ 590550 h 590550"/>
                <a:gd name="connsiteX20" fmla="*/ 514350 w 647700"/>
                <a:gd name="connsiteY20" fmla="*/ 457200 h 590550"/>
                <a:gd name="connsiteX21" fmla="*/ 609600 w 647700"/>
                <a:gd name="connsiteY21" fmla="*/ 457200 h 590550"/>
                <a:gd name="connsiteX22" fmla="*/ 647700 w 647700"/>
                <a:gd name="connsiteY22" fmla="*/ 419100 h 590550"/>
                <a:gd name="connsiteX23" fmla="*/ 647700 w 647700"/>
                <a:gd name="connsiteY23" fmla="*/ 38100 h 590550"/>
                <a:gd name="connsiteX24" fmla="*/ 609600 w 647700"/>
                <a:gd name="connsiteY2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7700" h="590550">
                  <a:moveTo>
                    <a:pt x="609600" y="19050"/>
                  </a:moveTo>
                  <a:cubicBezTo>
                    <a:pt x="620121" y="19050"/>
                    <a:pt x="628650" y="27579"/>
                    <a:pt x="628650" y="38100"/>
                  </a:cubicBezTo>
                  <a:lnTo>
                    <a:pt x="628650" y="419100"/>
                  </a:lnTo>
                  <a:cubicBezTo>
                    <a:pt x="628650" y="429621"/>
                    <a:pt x="620121" y="438150"/>
                    <a:pt x="609600" y="438150"/>
                  </a:cubicBezTo>
                  <a:lnTo>
                    <a:pt x="495300" y="438150"/>
                  </a:lnTo>
                  <a:lnTo>
                    <a:pt x="495300" y="544563"/>
                  </a:lnTo>
                  <a:lnTo>
                    <a:pt x="399231" y="448494"/>
                  </a:lnTo>
                  <a:lnTo>
                    <a:pt x="393649" y="442913"/>
                  </a:lnTo>
                  <a:lnTo>
                    <a:pt x="38100" y="442913"/>
                  </a:lnTo>
                  <a:cubicBezTo>
                    <a:pt x="27579" y="442913"/>
                    <a:pt x="19050" y="434384"/>
                    <a:pt x="19050" y="423863"/>
                  </a:cubicBezTo>
                  <a:lnTo>
                    <a:pt x="19050" y="38100"/>
                  </a:lnTo>
                  <a:cubicBezTo>
                    <a:pt x="19050" y="27579"/>
                    <a:pt x="27579" y="19050"/>
                    <a:pt x="38100" y="19050"/>
                  </a:cubicBezTo>
                  <a:lnTo>
                    <a:pt x="609600" y="19050"/>
                  </a:lnTo>
                  <a:moveTo>
                    <a:pt x="609600" y="0"/>
                  </a:moveTo>
                  <a:lnTo>
                    <a:pt x="38100" y="0"/>
                  </a:lnTo>
                  <a:cubicBezTo>
                    <a:pt x="17058" y="0"/>
                    <a:pt x="0" y="17058"/>
                    <a:pt x="0" y="38100"/>
                  </a:cubicBezTo>
                  <a:lnTo>
                    <a:pt x="0" y="423863"/>
                  </a:lnTo>
                  <a:cubicBezTo>
                    <a:pt x="0" y="444904"/>
                    <a:pt x="17058" y="461963"/>
                    <a:pt x="38100" y="461963"/>
                  </a:cubicBezTo>
                  <a:lnTo>
                    <a:pt x="385763" y="461963"/>
                  </a:lnTo>
                  <a:lnTo>
                    <a:pt x="514350" y="590550"/>
                  </a:lnTo>
                  <a:lnTo>
                    <a:pt x="514350" y="457200"/>
                  </a:lnTo>
                  <a:lnTo>
                    <a:pt x="609600" y="457200"/>
                  </a:lnTo>
                  <a:cubicBezTo>
                    <a:pt x="630642" y="457200"/>
                    <a:pt x="647700" y="440142"/>
                    <a:pt x="647700" y="419100"/>
                  </a:cubicBezTo>
                  <a:lnTo>
                    <a:pt x="647700" y="38100"/>
                  </a:lnTo>
                  <a:cubicBezTo>
                    <a:pt x="647700" y="17058"/>
                    <a:pt x="630642" y="0"/>
                    <a:pt x="60960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5FED0F5-3E96-8E2D-D36E-F6FD10F3C687}"/>
                </a:ext>
              </a:extLst>
            </p:cNvPr>
            <p:cNvSpPr/>
            <p:nvPr/>
          </p:nvSpPr>
          <p:spPr>
            <a:xfrm>
              <a:off x="66115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A7254B2-D769-9624-0B6D-622BC861F2A4}"/>
                </a:ext>
              </a:extLst>
            </p:cNvPr>
            <p:cNvSpPr/>
            <p:nvPr/>
          </p:nvSpPr>
          <p:spPr>
            <a:xfrm>
              <a:off x="64591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65D4D21-3206-DF7D-9255-A49D56B6AE6E}"/>
                </a:ext>
              </a:extLst>
            </p:cNvPr>
            <p:cNvSpPr/>
            <p:nvPr/>
          </p:nvSpPr>
          <p:spPr>
            <a:xfrm>
              <a:off x="63067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1670CED-59C8-E192-B56D-28B8F0528B65}"/>
              </a:ext>
            </a:extLst>
          </p:cNvPr>
          <p:cNvGrpSpPr/>
          <p:nvPr/>
        </p:nvGrpSpPr>
        <p:grpSpPr>
          <a:xfrm>
            <a:off x="341303" y="285218"/>
            <a:ext cx="666727" cy="1191718"/>
            <a:chOff x="8327372" y="951218"/>
            <a:chExt cx="457200" cy="857249"/>
          </a:xfrm>
          <a:solidFill>
            <a:schemeClr val="bg1">
              <a:lumMod val="50000"/>
            </a:schemeClr>
          </a:solidFill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E250095-9E0F-8892-D26F-CE8605A930BE}"/>
                </a:ext>
              </a:extLst>
            </p:cNvPr>
            <p:cNvSpPr/>
            <p:nvPr/>
          </p:nvSpPr>
          <p:spPr>
            <a:xfrm>
              <a:off x="8327372" y="1322692"/>
              <a:ext cx="457200" cy="485775"/>
            </a:xfrm>
            <a:custGeom>
              <a:avLst/>
              <a:gdLst>
                <a:gd name="connsiteX0" fmla="*/ 257175 w 457200"/>
                <a:gd name="connsiteY0" fmla="*/ 428625 h 485775"/>
                <a:gd name="connsiteX1" fmla="*/ 257175 w 457200"/>
                <a:gd name="connsiteY1" fmla="*/ 312420 h 485775"/>
                <a:gd name="connsiteX2" fmla="*/ 447675 w 457200"/>
                <a:gd name="connsiteY2" fmla="*/ 95250 h 485775"/>
                <a:gd name="connsiteX3" fmla="*/ 447675 w 457200"/>
                <a:gd name="connsiteY3" fmla="*/ 0 h 485775"/>
                <a:gd name="connsiteX4" fmla="*/ 390525 w 457200"/>
                <a:gd name="connsiteY4" fmla="*/ 0 h 485775"/>
                <a:gd name="connsiteX5" fmla="*/ 390525 w 457200"/>
                <a:gd name="connsiteY5" fmla="*/ 95250 h 485775"/>
                <a:gd name="connsiteX6" fmla="*/ 228600 w 457200"/>
                <a:gd name="connsiteY6" fmla="*/ 257175 h 485775"/>
                <a:gd name="connsiteX7" fmla="*/ 66675 w 457200"/>
                <a:gd name="connsiteY7" fmla="*/ 95250 h 485775"/>
                <a:gd name="connsiteX8" fmla="*/ 66675 w 457200"/>
                <a:gd name="connsiteY8" fmla="*/ 0 h 485775"/>
                <a:gd name="connsiteX9" fmla="*/ 9525 w 457200"/>
                <a:gd name="connsiteY9" fmla="*/ 0 h 485775"/>
                <a:gd name="connsiteX10" fmla="*/ 9525 w 457200"/>
                <a:gd name="connsiteY10" fmla="*/ 95250 h 485775"/>
                <a:gd name="connsiteX11" fmla="*/ 200025 w 457200"/>
                <a:gd name="connsiteY11" fmla="*/ 312420 h 485775"/>
                <a:gd name="connsiteX12" fmla="*/ 200025 w 457200"/>
                <a:gd name="connsiteY12" fmla="*/ 428625 h 485775"/>
                <a:gd name="connsiteX13" fmla="*/ 0 w 457200"/>
                <a:gd name="connsiteY13" fmla="*/ 428625 h 485775"/>
                <a:gd name="connsiteX14" fmla="*/ 0 w 457200"/>
                <a:gd name="connsiteY14" fmla="*/ 485775 h 485775"/>
                <a:gd name="connsiteX15" fmla="*/ 457200 w 457200"/>
                <a:gd name="connsiteY15" fmla="*/ 485775 h 485775"/>
                <a:gd name="connsiteX16" fmla="*/ 457200 w 457200"/>
                <a:gd name="connsiteY16" fmla="*/ 428625 h 485775"/>
                <a:gd name="connsiteX17" fmla="*/ 257175 w 457200"/>
                <a:gd name="connsiteY17" fmla="*/ 42862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7200" h="485775">
                  <a:moveTo>
                    <a:pt x="257175" y="428625"/>
                  </a:moveTo>
                  <a:lnTo>
                    <a:pt x="257175" y="312420"/>
                  </a:lnTo>
                  <a:cubicBezTo>
                    <a:pt x="364808" y="298133"/>
                    <a:pt x="447675" y="206693"/>
                    <a:pt x="447675" y="95250"/>
                  </a:cubicBezTo>
                  <a:lnTo>
                    <a:pt x="447675" y="0"/>
                  </a:lnTo>
                  <a:lnTo>
                    <a:pt x="390525" y="0"/>
                  </a:lnTo>
                  <a:lnTo>
                    <a:pt x="390525" y="95250"/>
                  </a:lnTo>
                  <a:cubicBezTo>
                    <a:pt x="390525" y="184785"/>
                    <a:pt x="318135" y="257175"/>
                    <a:pt x="228600" y="257175"/>
                  </a:cubicBezTo>
                  <a:cubicBezTo>
                    <a:pt x="139065" y="257175"/>
                    <a:pt x="66675" y="184785"/>
                    <a:pt x="66675" y="95250"/>
                  </a:cubicBezTo>
                  <a:lnTo>
                    <a:pt x="66675" y="0"/>
                  </a:lnTo>
                  <a:lnTo>
                    <a:pt x="9525" y="0"/>
                  </a:lnTo>
                  <a:lnTo>
                    <a:pt x="9525" y="95250"/>
                  </a:lnTo>
                  <a:cubicBezTo>
                    <a:pt x="9525" y="206693"/>
                    <a:pt x="92393" y="298133"/>
                    <a:pt x="200025" y="312420"/>
                  </a:cubicBezTo>
                  <a:lnTo>
                    <a:pt x="200025" y="428625"/>
                  </a:lnTo>
                  <a:lnTo>
                    <a:pt x="0" y="428625"/>
                  </a:lnTo>
                  <a:lnTo>
                    <a:pt x="0" y="485775"/>
                  </a:lnTo>
                  <a:lnTo>
                    <a:pt x="457200" y="485775"/>
                  </a:lnTo>
                  <a:lnTo>
                    <a:pt x="457200" y="428625"/>
                  </a:lnTo>
                  <a:lnTo>
                    <a:pt x="257175" y="4286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EC11732-2E5B-CD99-33ED-9DC741AE64D7}"/>
                </a:ext>
              </a:extLst>
            </p:cNvPr>
            <p:cNvSpPr/>
            <p:nvPr/>
          </p:nvSpPr>
          <p:spPr>
            <a:xfrm>
              <a:off x="8432147" y="951218"/>
              <a:ext cx="247650" cy="571500"/>
            </a:xfrm>
            <a:custGeom>
              <a:avLst/>
              <a:gdLst>
                <a:gd name="connsiteX0" fmla="*/ 123825 w 247650"/>
                <a:gd name="connsiteY0" fmla="*/ 571500 h 571500"/>
                <a:gd name="connsiteX1" fmla="*/ 247650 w 247650"/>
                <a:gd name="connsiteY1" fmla="*/ 447675 h 571500"/>
                <a:gd name="connsiteX2" fmla="*/ 152400 w 247650"/>
                <a:gd name="connsiteY2" fmla="*/ 447675 h 571500"/>
                <a:gd name="connsiteX3" fmla="*/ 152400 w 247650"/>
                <a:gd name="connsiteY3" fmla="*/ 409575 h 571500"/>
                <a:gd name="connsiteX4" fmla="*/ 247650 w 247650"/>
                <a:gd name="connsiteY4" fmla="*/ 409575 h 571500"/>
                <a:gd name="connsiteX5" fmla="*/ 247650 w 247650"/>
                <a:gd name="connsiteY5" fmla="*/ 352425 h 571500"/>
                <a:gd name="connsiteX6" fmla="*/ 152400 w 247650"/>
                <a:gd name="connsiteY6" fmla="*/ 352425 h 571500"/>
                <a:gd name="connsiteX7" fmla="*/ 152400 w 247650"/>
                <a:gd name="connsiteY7" fmla="*/ 314325 h 571500"/>
                <a:gd name="connsiteX8" fmla="*/ 247650 w 247650"/>
                <a:gd name="connsiteY8" fmla="*/ 314325 h 571500"/>
                <a:gd name="connsiteX9" fmla="*/ 247650 w 247650"/>
                <a:gd name="connsiteY9" fmla="*/ 257175 h 571500"/>
                <a:gd name="connsiteX10" fmla="*/ 152400 w 247650"/>
                <a:gd name="connsiteY10" fmla="*/ 257175 h 571500"/>
                <a:gd name="connsiteX11" fmla="*/ 152400 w 247650"/>
                <a:gd name="connsiteY11" fmla="*/ 219075 h 571500"/>
                <a:gd name="connsiteX12" fmla="*/ 247650 w 247650"/>
                <a:gd name="connsiteY12" fmla="*/ 219075 h 571500"/>
                <a:gd name="connsiteX13" fmla="*/ 247650 w 247650"/>
                <a:gd name="connsiteY13" fmla="*/ 161925 h 571500"/>
                <a:gd name="connsiteX14" fmla="*/ 152400 w 247650"/>
                <a:gd name="connsiteY14" fmla="*/ 161925 h 571500"/>
                <a:gd name="connsiteX15" fmla="*/ 152400 w 247650"/>
                <a:gd name="connsiteY15" fmla="*/ 123825 h 571500"/>
                <a:gd name="connsiteX16" fmla="*/ 247650 w 247650"/>
                <a:gd name="connsiteY16" fmla="*/ 123825 h 571500"/>
                <a:gd name="connsiteX17" fmla="*/ 123825 w 247650"/>
                <a:gd name="connsiteY17" fmla="*/ 0 h 571500"/>
                <a:gd name="connsiteX18" fmla="*/ 0 w 247650"/>
                <a:gd name="connsiteY18" fmla="*/ 123825 h 571500"/>
                <a:gd name="connsiteX19" fmla="*/ 0 w 247650"/>
                <a:gd name="connsiteY19" fmla="*/ 447675 h 571500"/>
                <a:gd name="connsiteX20" fmla="*/ 123825 w 247650"/>
                <a:gd name="connsiteY20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47650" h="571500">
                  <a:moveTo>
                    <a:pt x="123825" y="571500"/>
                  </a:moveTo>
                  <a:cubicBezTo>
                    <a:pt x="192405" y="571500"/>
                    <a:pt x="247650" y="516255"/>
                    <a:pt x="247650" y="447675"/>
                  </a:cubicBezTo>
                  <a:lnTo>
                    <a:pt x="152400" y="447675"/>
                  </a:lnTo>
                  <a:lnTo>
                    <a:pt x="152400" y="409575"/>
                  </a:lnTo>
                  <a:lnTo>
                    <a:pt x="247650" y="409575"/>
                  </a:lnTo>
                  <a:lnTo>
                    <a:pt x="247650" y="352425"/>
                  </a:lnTo>
                  <a:lnTo>
                    <a:pt x="152400" y="352425"/>
                  </a:lnTo>
                  <a:lnTo>
                    <a:pt x="152400" y="314325"/>
                  </a:lnTo>
                  <a:lnTo>
                    <a:pt x="247650" y="314325"/>
                  </a:lnTo>
                  <a:lnTo>
                    <a:pt x="247650" y="257175"/>
                  </a:lnTo>
                  <a:lnTo>
                    <a:pt x="152400" y="257175"/>
                  </a:lnTo>
                  <a:lnTo>
                    <a:pt x="152400" y="219075"/>
                  </a:lnTo>
                  <a:lnTo>
                    <a:pt x="247650" y="219075"/>
                  </a:lnTo>
                  <a:lnTo>
                    <a:pt x="247650" y="161925"/>
                  </a:lnTo>
                  <a:lnTo>
                    <a:pt x="152400" y="161925"/>
                  </a:lnTo>
                  <a:lnTo>
                    <a:pt x="152400" y="123825"/>
                  </a:lnTo>
                  <a:lnTo>
                    <a:pt x="247650" y="123825"/>
                  </a:lnTo>
                  <a:cubicBezTo>
                    <a:pt x="247650" y="55245"/>
                    <a:pt x="192405" y="0"/>
                    <a:pt x="123825" y="0"/>
                  </a:cubicBezTo>
                  <a:cubicBezTo>
                    <a:pt x="55245" y="0"/>
                    <a:pt x="0" y="55245"/>
                    <a:pt x="0" y="123825"/>
                  </a:cubicBezTo>
                  <a:lnTo>
                    <a:pt x="0" y="447675"/>
                  </a:lnTo>
                  <a:cubicBezTo>
                    <a:pt x="0" y="516255"/>
                    <a:pt x="55245" y="571500"/>
                    <a:pt x="123825" y="5715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68" name="Graphic 51" descr="Comment Important outline">
            <a:extLst>
              <a:ext uri="{FF2B5EF4-FFF2-40B4-BE49-F238E27FC236}">
                <a16:creationId xmlns:a16="http://schemas.microsoft.com/office/drawing/2014/main" id="{5524961F-1400-B7BD-78E5-5E7DBCF8951F}"/>
              </a:ext>
            </a:extLst>
          </p:cNvPr>
          <p:cNvGrpSpPr/>
          <p:nvPr/>
        </p:nvGrpSpPr>
        <p:grpSpPr>
          <a:xfrm>
            <a:off x="10294369" y="5401997"/>
            <a:ext cx="642266" cy="442039"/>
            <a:chOff x="6613898" y="1060888"/>
            <a:chExt cx="647703" cy="590664"/>
          </a:xfrm>
          <a:solidFill>
            <a:schemeClr val="bg1">
              <a:lumMod val="50000"/>
            </a:schemeClr>
          </a:solidFill>
        </p:grpSpPr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E10E0FF-582C-657E-87FC-0A096AA8619D}"/>
                </a:ext>
              </a:extLst>
            </p:cNvPr>
            <p:cNvSpPr/>
            <p:nvPr/>
          </p:nvSpPr>
          <p:spPr>
            <a:xfrm>
              <a:off x="6613898" y="1060888"/>
              <a:ext cx="647703" cy="590664"/>
            </a:xfrm>
            <a:custGeom>
              <a:avLst/>
              <a:gdLst>
                <a:gd name="connsiteX0" fmla="*/ 615316 w 647703"/>
                <a:gd name="connsiteY0" fmla="*/ 0 h 590664"/>
                <a:gd name="connsiteX1" fmla="*/ 32386 w 647703"/>
                <a:gd name="connsiteY1" fmla="*/ 0 h 590664"/>
                <a:gd name="connsiteX2" fmla="*/ 1 w 647703"/>
                <a:gd name="connsiteY2" fmla="*/ 32385 h 590664"/>
                <a:gd name="connsiteX3" fmla="*/ 1 w 647703"/>
                <a:gd name="connsiteY3" fmla="*/ 425882 h 590664"/>
                <a:gd name="connsiteX4" fmla="*/ 31851 w 647703"/>
                <a:gd name="connsiteY4" fmla="*/ 458267 h 590664"/>
                <a:gd name="connsiteX5" fmla="*/ 32386 w 647703"/>
                <a:gd name="connsiteY5" fmla="*/ 458267 h 590664"/>
                <a:gd name="connsiteX6" fmla="*/ 388621 w 647703"/>
                <a:gd name="connsiteY6" fmla="*/ 458267 h 590664"/>
                <a:gd name="connsiteX7" fmla="*/ 518161 w 647703"/>
                <a:gd name="connsiteY7" fmla="*/ 590664 h 590664"/>
                <a:gd name="connsiteX8" fmla="*/ 518161 w 647703"/>
                <a:gd name="connsiteY8" fmla="*/ 459219 h 590664"/>
                <a:gd name="connsiteX9" fmla="*/ 615316 w 647703"/>
                <a:gd name="connsiteY9" fmla="*/ 459219 h 590664"/>
                <a:gd name="connsiteX10" fmla="*/ 647701 w 647703"/>
                <a:gd name="connsiteY10" fmla="*/ 426834 h 590664"/>
                <a:gd name="connsiteX11" fmla="*/ 647701 w 647703"/>
                <a:gd name="connsiteY11" fmla="*/ 33347 h 590664"/>
                <a:gd name="connsiteX12" fmla="*/ 615316 w 647703"/>
                <a:gd name="connsiteY12" fmla="*/ 0 h 590664"/>
                <a:gd name="connsiteX13" fmla="*/ 628651 w 647703"/>
                <a:gd name="connsiteY13" fmla="*/ 426834 h 590664"/>
                <a:gd name="connsiteX14" fmla="*/ 615316 w 647703"/>
                <a:gd name="connsiteY14" fmla="*/ 440169 h 590664"/>
                <a:gd name="connsiteX15" fmla="*/ 499111 w 647703"/>
                <a:gd name="connsiteY15" fmla="*/ 440169 h 590664"/>
                <a:gd name="connsiteX16" fmla="*/ 499111 w 647703"/>
                <a:gd name="connsiteY16" fmla="*/ 543992 h 590664"/>
                <a:gd name="connsiteX17" fmla="*/ 402261 w 647703"/>
                <a:gd name="connsiteY17" fmla="*/ 444960 h 590664"/>
                <a:gd name="connsiteX18" fmla="*/ 396651 w 647703"/>
                <a:gd name="connsiteY18" fmla="*/ 439245 h 590664"/>
                <a:gd name="connsiteX19" fmla="*/ 32386 w 647703"/>
                <a:gd name="connsiteY19" fmla="*/ 439245 h 590664"/>
                <a:gd name="connsiteX20" fmla="*/ 19051 w 647703"/>
                <a:gd name="connsiteY20" fmla="*/ 426489 h 590664"/>
                <a:gd name="connsiteX21" fmla="*/ 19051 w 647703"/>
                <a:gd name="connsiteY21" fmla="*/ 425910 h 590664"/>
                <a:gd name="connsiteX22" fmla="*/ 19051 w 647703"/>
                <a:gd name="connsiteY22" fmla="*/ 32395 h 590664"/>
                <a:gd name="connsiteX23" fmla="*/ 32386 w 647703"/>
                <a:gd name="connsiteY23" fmla="*/ 19060 h 590664"/>
                <a:gd name="connsiteX24" fmla="*/ 615316 w 647703"/>
                <a:gd name="connsiteY24" fmla="*/ 19060 h 590664"/>
                <a:gd name="connsiteX25" fmla="*/ 628651 w 647703"/>
                <a:gd name="connsiteY25" fmla="*/ 33347 h 5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7703" h="590664">
                  <a:moveTo>
                    <a:pt x="615316" y="0"/>
                  </a:moveTo>
                  <a:lnTo>
                    <a:pt x="32386" y="0"/>
                  </a:lnTo>
                  <a:cubicBezTo>
                    <a:pt x="14578" y="186"/>
                    <a:pt x="187" y="14577"/>
                    <a:pt x="1" y="32385"/>
                  </a:cubicBezTo>
                  <a:lnTo>
                    <a:pt x="1" y="425882"/>
                  </a:lnTo>
                  <a:cubicBezTo>
                    <a:pt x="-147" y="443619"/>
                    <a:pt x="14112" y="458119"/>
                    <a:pt x="31851" y="458267"/>
                  </a:cubicBezTo>
                  <a:cubicBezTo>
                    <a:pt x="32029" y="458268"/>
                    <a:pt x="32208" y="458268"/>
                    <a:pt x="32386" y="458267"/>
                  </a:cubicBezTo>
                  <a:lnTo>
                    <a:pt x="388621" y="458267"/>
                  </a:lnTo>
                  <a:lnTo>
                    <a:pt x="518161" y="590664"/>
                  </a:lnTo>
                  <a:lnTo>
                    <a:pt x="518161" y="459219"/>
                  </a:lnTo>
                  <a:lnTo>
                    <a:pt x="615316" y="459219"/>
                  </a:lnTo>
                  <a:cubicBezTo>
                    <a:pt x="633124" y="459034"/>
                    <a:pt x="647515" y="444642"/>
                    <a:pt x="647701" y="426834"/>
                  </a:cubicBezTo>
                  <a:lnTo>
                    <a:pt x="647701" y="33347"/>
                  </a:lnTo>
                  <a:cubicBezTo>
                    <a:pt x="647929" y="15210"/>
                    <a:pt x="633452" y="303"/>
                    <a:pt x="615316" y="0"/>
                  </a:cubicBezTo>
                  <a:close/>
                  <a:moveTo>
                    <a:pt x="628651" y="426834"/>
                  </a:moveTo>
                  <a:cubicBezTo>
                    <a:pt x="628461" y="434119"/>
                    <a:pt x="622601" y="439979"/>
                    <a:pt x="615316" y="440169"/>
                  </a:cubicBezTo>
                  <a:lnTo>
                    <a:pt x="499111" y="440169"/>
                  </a:lnTo>
                  <a:lnTo>
                    <a:pt x="499111" y="543992"/>
                  </a:lnTo>
                  <a:lnTo>
                    <a:pt x="402261" y="444960"/>
                  </a:lnTo>
                  <a:lnTo>
                    <a:pt x="396651" y="439245"/>
                  </a:lnTo>
                  <a:lnTo>
                    <a:pt x="32386" y="439245"/>
                  </a:lnTo>
                  <a:cubicBezTo>
                    <a:pt x="25181" y="439405"/>
                    <a:pt x="19211" y="433693"/>
                    <a:pt x="19051" y="426489"/>
                  </a:cubicBezTo>
                  <a:cubicBezTo>
                    <a:pt x="19047" y="426295"/>
                    <a:pt x="19047" y="426103"/>
                    <a:pt x="19051" y="425910"/>
                  </a:cubicBezTo>
                  <a:lnTo>
                    <a:pt x="19051" y="32395"/>
                  </a:lnTo>
                  <a:cubicBezTo>
                    <a:pt x="19242" y="25110"/>
                    <a:pt x="25101" y="19250"/>
                    <a:pt x="32386" y="19060"/>
                  </a:cubicBezTo>
                  <a:lnTo>
                    <a:pt x="615316" y="19060"/>
                  </a:lnTo>
                  <a:cubicBezTo>
                    <a:pt x="622934" y="19344"/>
                    <a:pt x="628892" y="25728"/>
                    <a:pt x="628651" y="33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2014FA0-8B7D-5AA0-1AAD-7ABD0A72288A}"/>
                </a:ext>
              </a:extLst>
            </p:cNvPr>
            <p:cNvSpPr/>
            <p:nvPr/>
          </p:nvSpPr>
          <p:spPr>
            <a:xfrm>
              <a:off x="6927043" y="1156091"/>
              <a:ext cx="21431" cy="200025"/>
            </a:xfrm>
            <a:custGeom>
              <a:avLst/>
              <a:gdLst>
                <a:gd name="connsiteX0" fmla="*/ 0 w 21431"/>
                <a:gd name="connsiteY0" fmla="*/ 0 h 200025"/>
                <a:gd name="connsiteX1" fmla="*/ 21431 w 21431"/>
                <a:gd name="connsiteY1" fmla="*/ 0 h 200025"/>
                <a:gd name="connsiteX2" fmla="*/ 21431 w 21431"/>
                <a:gd name="connsiteY2" fmla="*/ 200025 h 200025"/>
                <a:gd name="connsiteX3" fmla="*/ 0 w 21431"/>
                <a:gd name="connsiteY3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200025">
                  <a:moveTo>
                    <a:pt x="0" y="0"/>
                  </a:moveTo>
                  <a:lnTo>
                    <a:pt x="21431" y="0"/>
                  </a:lnTo>
                  <a:lnTo>
                    <a:pt x="21431" y="200025"/>
                  </a:lnTo>
                  <a:lnTo>
                    <a:pt x="0" y="200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8326B36-65E0-47B5-E7AF-393E32D5B878}"/>
                </a:ext>
              </a:extLst>
            </p:cNvPr>
            <p:cNvSpPr/>
            <p:nvPr/>
          </p:nvSpPr>
          <p:spPr>
            <a:xfrm>
              <a:off x="6918700" y="138707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72" name="Graphic 53" descr="Alarm clock outline">
            <a:extLst>
              <a:ext uri="{FF2B5EF4-FFF2-40B4-BE49-F238E27FC236}">
                <a16:creationId xmlns:a16="http://schemas.microsoft.com/office/drawing/2014/main" id="{9D01BC6B-F3B0-CBD6-C84A-87F42BB94766}"/>
              </a:ext>
            </a:extLst>
          </p:cNvPr>
          <p:cNvGrpSpPr/>
          <p:nvPr/>
        </p:nvGrpSpPr>
        <p:grpSpPr>
          <a:xfrm>
            <a:off x="9288923" y="4984963"/>
            <a:ext cx="557815" cy="578119"/>
            <a:chOff x="6768549" y="1187275"/>
            <a:chExt cx="638162" cy="638436"/>
          </a:xfrm>
          <a:solidFill>
            <a:schemeClr val="bg1">
              <a:lumMod val="50000"/>
            </a:schemeClr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3D7D1CB-99BE-112E-833C-89CAD0A816B3}"/>
                </a:ext>
              </a:extLst>
            </p:cNvPr>
            <p:cNvSpPr/>
            <p:nvPr/>
          </p:nvSpPr>
          <p:spPr>
            <a:xfrm>
              <a:off x="6925710" y="1377776"/>
              <a:ext cx="171173" cy="171450"/>
            </a:xfrm>
            <a:custGeom>
              <a:avLst/>
              <a:gdLst>
                <a:gd name="connsiteX0" fmla="*/ 161649 w 171173"/>
                <a:gd name="connsiteY0" fmla="*/ 0 h 171450"/>
                <a:gd name="connsiteX1" fmla="*/ 152124 w 171173"/>
                <a:gd name="connsiteY1" fmla="*/ 9525 h 171450"/>
                <a:gd name="connsiteX2" fmla="*/ 152124 w 171173"/>
                <a:gd name="connsiteY2" fmla="*/ 152400 h 171450"/>
                <a:gd name="connsiteX3" fmla="*/ 9525 w 171173"/>
                <a:gd name="connsiteY3" fmla="*/ 152400 h 171450"/>
                <a:gd name="connsiteX4" fmla="*/ 0 w 171173"/>
                <a:gd name="connsiteY4" fmla="*/ 161925 h 171450"/>
                <a:gd name="connsiteX5" fmla="*/ 9525 w 171173"/>
                <a:gd name="connsiteY5" fmla="*/ 171450 h 171450"/>
                <a:gd name="connsiteX6" fmla="*/ 161649 w 171173"/>
                <a:gd name="connsiteY6" fmla="*/ 171450 h 171450"/>
                <a:gd name="connsiteX7" fmla="*/ 171174 w 171173"/>
                <a:gd name="connsiteY7" fmla="*/ 161925 h 171450"/>
                <a:gd name="connsiteX8" fmla="*/ 171174 w 171173"/>
                <a:gd name="connsiteY8" fmla="*/ 9525 h 171450"/>
                <a:gd name="connsiteX9" fmla="*/ 161649 w 171173"/>
                <a:gd name="connsiteY9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73" h="171450">
                  <a:moveTo>
                    <a:pt x="161649" y="0"/>
                  </a:moveTo>
                  <a:cubicBezTo>
                    <a:pt x="156388" y="0"/>
                    <a:pt x="152124" y="4264"/>
                    <a:pt x="152124" y="9525"/>
                  </a:cubicBezTo>
                  <a:lnTo>
                    <a:pt x="152124" y="152400"/>
                  </a:lnTo>
                  <a:lnTo>
                    <a:pt x="9525" y="152400"/>
                  </a:lnTo>
                  <a:cubicBezTo>
                    <a:pt x="4264" y="152400"/>
                    <a:pt x="0" y="156664"/>
                    <a:pt x="0" y="161925"/>
                  </a:cubicBezTo>
                  <a:cubicBezTo>
                    <a:pt x="0" y="167186"/>
                    <a:pt x="4264" y="171450"/>
                    <a:pt x="9525" y="171450"/>
                  </a:cubicBezTo>
                  <a:lnTo>
                    <a:pt x="161649" y="171450"/>
                  </a:lnTo>
                  <a:cubicBezTo>
                    <a:pt x="166909" y="171450"/>
                    <a:pt x="171174" y="167186"/>
                    <a:pt x="171174" y="161925"/>
                  </a:cubicBezTo>
                  <a:lnTo>
                    <a:pt x="171174" y="9525"/>
                  </a:lnTo>
                  <a:cubicBezTo>
                    <a:pt x="171174" y="4264"/>
                    <a:pt x="166909" y="0"/>
                    <a:pt x="16164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3129C86-F040-3959-C3E5-7F036F6D873B}"/>
                </a:ext>
              </a:extLst>
            </p:cNvPr>
            <p:cNvSpPr/>
            <p:nvPr/>
          </p:nvSpPr>
          <p:spPr>
            <a:xfrm>
              <a:off x="6768549" y="1187275"/>
              <a:ext cx="194423" cy="194434"/>
            </a:xfrm>
            <a:custGeom>
              <a:avLst/>
              <a:gdLst>
                <a:gd name="connsiteX0" fmla="*/ 144893 w 194423"/>
                <a:gd name="connsiteY0" fmla="*/ 11555 h 194434"/>
                <a:gd name="connsiteX1" fmla="*/ 91642 w 194423"/>
                <a:gd name="connsiteY1" fmla="*/ 10517 h 194434"/>
                <a:gd name="connsiteX2" fmla="*/ 91553 w 194423"/>
                <a:gd name="connsiteY2" fmla="*/ 10602 h 194434"/>
                <a:gd name="connsiteX3" fmla="*/ 90601 w 194423"/>
                <a:gd name="connsiteY3" fmla="*/ 11555 h 194434"/>
                <a:gd name="connsiteX4" fmla="*/ 11543 w 194423"/>
                <a:gd name="connsiteY4" fmla="*/ 90612 h 194434"/>
                <a:gd name="connsiteX5" fmla="*/ 10545 w 194423"/>
                <a:gd name="connsiteY5" fmla="*/ 143906 h 194434"/>
                <a:gd name="connsiteX6" fmla="*/ 10591 w 194423"/>
                <a:gd name="connsiteY6" fmla="*/ 143952 h 194434"/>
                <a:gd name="connsiteX7" fmla="*/ 11543 w 194423"/>
                <a:gd name="connsiteY7" fmla="*/ 144905 h 194434"/>
                <a:gd name="connsiteX8" fmla="*/ 61073 w 194423"/>
                <a:gd name="connsiteY8" fmla="*/ 194435 h 194434"/>
                <a:gd name="connsiteX9" fmla="*/ 194423 w 194423"/>
                <a:gd name="connsiteY9" fmla="*/ 61085 h 194434"/>
                <a:gd name="connsiteX10" fmla="*/ 25021 w 194423"/>
                <a:gd name="connsiteY10" fmla="*/ 131474 h 194434"/>
                <a:gd name="connsiteX11" fmla="*/ 24069 w 194423"/>
                <a:gd name="connsiteY11" fmla="*/ 130522 h 194434"/>
                <a:gd name="connsiteX12" fmla="*/ 24583 w 194423"/>
                <a:gd name="connsiteY12" fmla="*/ 104528 h 194434"/>
                <a:gd name="connsiteX13" fmla="*/ 25021 w 194423"/>
                <a:gd name="connsiteY13" fmla="*/ 104100 h 194434"/>
                <a:gd name="connsiteX14" fmla="*/ 104079 w 194423"/>
                <a:gd name="connsiteY14" fmla="*/ 25042 h 194434"/>
                <a:gd name="connsiteX15" fmla="*/ 105031 w 194423"/>
                <a:gd name="connsiteY15" fmla="*/ 24090 h 194434"/>
                <a:gd name="connsiteX16" fmla="*/ 130996 w 194423"/>
                <a:gd name="connsiteY16" fmla="*/ 24604 h 194434"/>
                <a:gd name="connsiteX17" fmla="*/ 131425 w 194423"/>
                <a:gd name="connsiteY17" fmla="*/ 25042 h 194434"/>
                <a:gd name="connsiteX18" fmla="*/ 167496 w 194423"/>
                <a:gd name="connsiteY18" fmla="*/ 61113 h 194434"/>
                <a:gd name="connsiteX19" fmla="*/ 61073 w 194423"/>
                <a:gd name="connsiteY19" fmla="*/ 167546 h 19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23" h="194434">
                  <a:moveTo>
                    <a:pt x="144893" y="11555"/>
                  </a:moveTo>
                  <a:cubicBezTo>
                    <a:pt x="130474" y="-3437"/>
                    <a:pt x="106633" y="-3902"/>
                    <a:pt x="91642" y="10517"/>
                  </a:cubicBezTo>
                  <a:cubicBezTo>
                    <a:pt x="91612" y="10545"/>
                    <a:pt x="91583" y="10574"/>
                    <a:pt x="91553" y="10602"/>
                  </a:cubicBezTo>
                  <a:lnTo>
                    <a:pt x="90601" y="11555"/>
                  </a:lnTo>
                  <a:lnTo>
                    <a:pt x="11543" y="90612"/>
                  </a:lnTo>
                  <a:cubicBezTo>
                    <a:pt x="-3449" y="105053"/>
                    <a:pt x="-3896" y="128913"/>
                    <a:pt x="10545" y="143906"/>
                  </a:cubicBezTo>
                  <a:cubicBezTo>
                    <a:pt x="10560" y="143921"/>
                    <a:pt x="10575" y="143937"/>
                    <a:pt x="10591" y="143952"/>
                  </a:cubicBezTo>
                  <a:lnTo>
                    <a:pt x="11543" y="144905"/>
                  </a:lnTo>
                  <a:lnTo>
                    <a:pt x="61073" y="194435"/>
                  </a:lnTo>
                  <a:lnTo>
                    <a:pt x="194423" y="61085"/>
                  </a:lnTo>
                  <a:close/>
                  <a:moveTo>
                    <a:pt x="25021" y="131474"/>
                  </a:moveTo>
                  <a:lnTo>
                    <a:pt x="24069" y="130522"/>
                  </a:lnTo>
                  <a:cubicBezTo>
                    <a:pt x="17177" y="123146"/>
                    <a:pt x="17405" y="111626"/>
                    <a:pt x="24583" y="104528"/>
                  </a:cubicBezTo>
                  <a:cubicBezTo>
                    <a:pt x="24735" y="104385"/>
                    <a:pt x="24878" y="104252"/>
                    <a:pt x="25021" y="104100"/>
                  </a:cubicBezTo>
                  <a:lnTo>
                    <a:pt x="104079" y="25042"/>
                  </a:lnTo>
                  <a:lnTo>
                    <a:pt x="105031" y="24090"/>
                  </a:lnTo>
                  <a:cubicBezTo>
                    <a:pt x="112398" y="17202"/>
                    <a:pt x="123909" y="17430"/>
                    <a:pt x="130996" y="24604"/>
                  </a:cubicBezTo>
                  <a:lnTo>
                    <a:pt x="131425" y="25042"/>
                  </a:lnTo>
                  <a:lnTo>
                    <a:pt x="167496" y="61113"/>
                  </a:lnTo>
                  <a:lnTo>
                    <a:pt x="61073" y="167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0B1FFED-8D78-AF0E-7972-697B960A654C}"/>
                </a:ext>
              </a:extLst>
            </p:cNvPr>
            <p:cNvSpPr/>
            <p:nvPr/>
          </p:nvSpPr>
          <p:spPr>
            <a:xfrm>
              <a:off x="7212289" y="1187298"/>
              <a:ext cx="194422" cy="194431"/>
            </a:xfrm>
            <a:custGeom>
              <a:avLst/>
              <a:gdLst>
                <a:gd name="connsiteX0" fmla="*/ 182880 w 194422"/>
                <a:gd name="connsiteY0" fmla="*/ 90609 h 194431"/>
                <a:gd name="connsiteX1" fmla="*/ 103822 w 194422"/>
                <a:gd name="connsiteY1" fmla="*/ 11551 h 194431"/>
                <a:gd name="connsiteX2" fmla="*/ 102870 w 194422"/>
                <a:gd name="connsiteY2" fmla="*/ 10599 h 194431"/>
                <a:gd name="connsiteX3" fmla="*/ 49601 w 194422"/>
                <a:gd name="connsiteY3" fmla="*/ 11477 h 194431"/>
                <a:gd name="connsiteX4" fmla="*/ 49530 w 194422"/>
                <a:gd name="connsiteY4" fmla="*/ 11551 h 194431"/>
                <a:gd name="connsiteX5" fmla="*/ 0 w 194422"/>
                <a:gd name="connsiteY5" fmla="*/ 61081 h 194431"/>
                <a:gd name="connsiteX6" fmla="*/ 133350 w 194422"/>
                <a:gd name="connsiteY6" fmla="*/ 194431 h 194431"/>
                <a:gd name="connsiteX7" fmla="*/ 182880 w 194422"/>
                <a:gd name="connsiteY7" fmla="*/ 144901 h 194431"/>
                <a:gd name="connsiteX8" fmla="*/ 183833 w 194422"/>
                <a:gd name="connsiteY8" fmla="*/ 143949 h 194431"/>
                <a:gd name="connsiteX9" fmla="*/ 182927 w 194422"/>
                <a:gd name="connsiteY9" fmla="*/ 90654 h 194431"/>
                <a:gd name="connsiteX10" fmla="*/ 182880 w 194422"/>
                <a:gd name="connsiteY10" fmla="*/ 90609 h 194431"/>
                <a:gd name="connsiteX11" fmla="*/ 170364 w 194422"/>
                <a:gd name="connsiteY11" fmla="*/ 130499 h 194431"/>
                <a:gd name="connsiteX12" fmla="*/ 169412 w 194422"/>
                <a:gd name="connsiteY12" fmla="*/ 131452 h 194431"/>
                <a:gd name="connsiteX13" fmla="*/ 133350 w 194422"/>
                <a:gd name="connsiteY13" fmla="*/ 167523 h 194431"/>
                <a:gd name="connsiteX14" fmla="*/ 26908 w 194422"/>
                <a:gd name="connsiteY14" fmla="*/ 61071 h 194431"/>
                <a:gd name="connsiteX15" fmla="*/ 62979 w 194422"/>
                <a:gd name="connsiteY15" fmla="*/ 25000 h 194431"/>
                <a:gd name="connsiteX16" fmla="*/ 63408 w 194422"/>
                <a:gd name="connsiteY16" fmla="*/ 24562 h 194431"/>
                <a:gd name="connsiteX17" fmla="*/ 89373 w 194422"/>
                <a:gd name="connsiteY17" fmla="*/ 24048 h 194431"/>
                <a:gd name="connsiteX18" fmla="*/ 90326 w 194422"/>
                <a:gd name="connsiteY18" fmla="*/ 25000 h 194431"/>
                <a:gd name="connsiteX19" fmla="*/ 169383 w 194422"/>
                <a:gd name="connsiteY19" fmla="*/ 104058 h 194431"/>
                <a:gd name="connsiteX20" fmla="*/ 169821 w 194422"/>
                <a:gd name="connsiteY20" fmla="*/ 104486 h 194431"/>
                <a:gd name="connsiteX21" fmla="*/ 170336 w 194422"/>
                <a:gd name="connsiteY21" fmla="*/ 130480 h 19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4422" h="194431">
                  <a:moveTo>
                    <a:pt x="182880" y="90609"/>
                  </a:moveTo>
                  <a:lnTo>
                    <a:pt x="103822" y="11551"/>
                  </a:lnTo>
                  <a:lnTo>
                    <a:pt x="102870" y="10599"/>
                  </a:lnTo>
                  <a:cubicBezTo>
                    <a:pt x="87918" y="-3869"/>
                    <a:pt x="64069" y="-3476"/>
                    <a:pt x="49601" y="11477"/>
                  </a:cubicBezTo>
                  <a:cubicBezTo>
                    <a:pt x="49578" y="11501"/>
                    <a:pt x="49554" y="11526"/>
                    <a:pt x="49530" y="11551"/>
                  </a:cubicBezTo>
                  <a:lnTo>
                    <a:pt x="0" y="61081"/>
                  </a:lnTo>
                  <a:lnTo>
                    <a:pt x="133350" y="194431"/>
                  </a:lnTo>
                  <a:lnTo>
                    <a:pt x="182880" y="144901"/>
                  </a:lnTo>
                  <a:lnTo>
                    <a:pt x="183833" y="143949"/>
                  </a:lnTo>
                  <a:cubicBezTo>
                    <a:pt x="198299" y="128982"/>
                    <a:pt x="197894" y="105121"/>
                    <a:pt x="182927" y="90654"/>
                  </a:cubicBezTo>
                  <a:cubicBezTo>
                    <a:pt x="182911" y="90639"/>
                    <a:pt x="182895" y="90624"/>
                    <a:pt x="182880" y="90609"/>
                  </a:cubicBezTo>
                  <a:close/>
                  <a:moveTo>
                    <a:pt x="170364" y="130499"/>
                  </a:moveTo>
                  <a:lnTo>
                    <a:pt x="169412" y="131452"/>
                  </a:lnTo>
                  <a:lnTo>
                    <a:pt x="133350" y="167523"/>
                  </a:lnTo>
                  <a:lnTo>
                    <a:pt x="26908" y="61071"/>
                  </a:lnTo>
                  <a:lnTo>
                    <a:pt x="62979" y="25000"/>
                  </a:lnTo>
                  <a:lnTo>
                    <a:pt x="63408" y="24562"/>
                  </a:lnTo>
                  <a:cubicBezTo>
                    <a:pt x="70495" y="17388"/>
                    <a:pt x="82006" y="17160"/>
                    <a:pt x="89373" y="24048"/>
                  </a:cubicBezTo>
                  <a:lnTo>
                    <a:pt x="90326" y="25000"/>
                  </a:lnTo>
                  <a:lnTo>
                    <a:pt x="169383" y="104058"/>
                  </a:lnTo>
                  <a:cubicBezTo>
                    <a:pt x="169526" y="104210"/>
                    <a:pt x="169669" y="104344"/>
                    <a:pt x="169821" y="104486"/>
                  </a:cubicBezTo>
                  <a:cubicBezTo>
                    <a:pt x="176999" y="111584"/>
                    <a:pt x="177227" y="123104"/>
                    <a:pt x="170336" y="1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1485BA1-F652-CA4A-A0BF-C4E1C34E0900}"/>
                </a:ext>
              </a:extLst>
            </p:cNvPr>
            <p:cNvSpPr/>
            <p:nvPr/>
          </p:nvSpPr>
          <p:spPr>
            <a:xfrm>
              <a:off x="6839964" y="1215851"/>
              <a:ext cx="495321" cy="609860"/>
            </a:xfrm>
            <a:custGeom>
              <a:avLst/>
              <a:gdLst>
                <a:gd name="connsiteX0" fmla="*/ 257196 w 495321"/>
                <a:gd name="connsiteY0" fmla="*/ 76438 h 609860"/>
                <a:gd name="connsiteX1" fmla="*/ 257196 w 495321"/>
                <a:gd name="connsiteY1" fmla="*/ 19050 h 609860"/>
                <a:gd name="connsiteX2" fmla="*/ 304821 w 495321"/>
                <a:gd name="connsiteY2" fmla="*/ 19050 h 609860"/>
                <a:gd name="connsiteX3" fmla="*/ 314346 w 495321"/>
                <a:gd name="connsiteY3" fmla="*/ 9525 h 609860"/>
                <a:gd name="connsiteX4" fmla="*/ 304821 w 495321"/>
                <a:gd name="connsiteY4" fmla="*/ 0 h 609860"/>
                <a:gd name="connsiteX5" fmla="*/ 190521 w 495321"/>
                <a:gd name="connsiteY5" fmla="*/ 0 h 609860"/>
                <a:gd name="connsiteX6" fmla="*/ 180996 w 495321"/>
                <a:gd name="connsiteY6" fmla="*/ 9525 h 609860"/>
                <a:gd name="connsiteX7" fmla="*/ 190521 w 495321"/>
                <a:gd name="connsiteY7" fmla="*/ 19050 h 609860"/>
                <a:gd name="connsiteX8" fmla="*/ 238146 w 495321"/>
                <a:gd name="connsiteY8" fmla="*/ 19050 h 609860"/>
                <a:gd name="connsiteX9" fmla="*/ 238146 w 495321"/>
                <a:gd name="connsiteY9" fmla="*/ 76438 h 609860"/>
                <a:gd name="connsiteX10" fmla="*/ 182 w 495321"/>
                <a:gd name="connsiteY10" fmla="*/ 333207 h 609860"/>
                <a:gd name="connsiteX11" fmla="*/ 66810 w 495321"/>
                <a:gd name="connsiteY11" fmla="*/ 492957 h 609860"/>
                <a:gd name="connsiteX12" fmla="*/ 19928 w 495321"/>
                <a:gd name="connsiteY12" fmla="*/ 596132 h 609860"/>
                <a:gd name="connsiteX13" fmla="*/ 24276 w 495321"/>
                <a:gd name="connsiteY13" fmla="*/ 608881 h 609860"/>
                <a:gd name="connsiteX14" fmla="*/ 37025 w 495321"/>
                <a:gd name="connsiteY14" fmla="*/ 604535 h 609860"/>
                <a:gd name="connsiteX15" fmla="*/ 37264 w 495321"/>
                <a:gd name="connsiteY15" fmla="*/ 604009 h 609860"/>
                <a:gd name="connsiteX16" fmla="*/ 81250 w 495321"/>
                <a:gd name="connsiteY16" fmla="*/ 507244 h 609860"/>
                <a:gd name="connsiteX17" fmla="*/ 414092 w 495321"/>
                <a:gd name="connsiteY17" fmla="*/ 507244 h 609860"/>
                <a:gd name="connsiteX18" fmla="*/ 458078 w 495321"/>
                <a:gd name="connsiteY18" fmla="*/ 604009 h 609860"/>
                <a:gd name="connsiteX19" fmla="*/ 470542 w 495321"/>
                <a:gd name="connsiteY19" fmla="*/ 609120 h 609860"/>
                <a:gd name="connsiteX20" fmla="*/ 475653 w 495321"/>
                <a:gd name="connsiteY20" fmla="*/ 596657 h 609860"/>
                <a:gd name="connsiteX21" fmla="*/ 475414 w 495321"/>
                <a:gd name="connsiteY21" fmla="*/ 596132 h 609860"/>
                <a:gd name="connsiteX22" fmla="*/ 428513 w 495321"/>
                <a:gd name="connsiteY22" fmla="*/ 492957 h 609860"/>
                <a:gd name="connsiteX23" fmla="*/ 416928 w 495321"/>
                <a:gd name="connsiteY23" fmla="*/ 143066 h 609860"/>
                <a:gd name="connsiteX24" fmla="*/ 257196 w 495321"/>
                <a:gd name="connsiteY24" fmla="*/ 76438 h 609860"/>
                <a:gd name="connsiteX25" fmla="*/ 247671 w 495321"/>
                <a:gd name="connsiteY25" fmla="*/ 552450 h 609860"/>
                <a:gd name="connsiteX26" fmla="*/ 19071 w 495321"/>
                <a:gd name="connsiteY26" fmla="*/ 323850 h 609860"/>
                <a:gd name="connsiteX27" fmla="*/ 247671 w 495321"/>
                <a:gd name="connsiteY27" fmla="*/ 95250 h 609860"/>
                <a:gd name="connsiteX28" fmla="*/ 476271 w 495321"/>
                <a:gd name="connsiteY28" fmla="*/ 323850 h 609860"/>
                <a:gd name="connsiteX29" fmla="*/ 247671 w 495321"/>
                <a:gd name="connsiteY29" fmla="*/ 552450 h 60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95321" h="609860">
                  <a:moveTo>
                    <a:pt x="257196" y="76438"/>
                  </a:moveTo>
                  <a:lnTo>
                    <a:pt x="257196" y="19050"/>
                  </a:lnTo>
                  <a:lnTo>
                    <a:pt x="304821" y="19050"/>
                  </a:lnTo>
                  <a:cubicBezTo>
                    <a:pt x="310082" y="19050"/>
                    <a:pt x="314346" y="14786"/>
                    <a:pt x="314346" y="9525"/>
                  </a:cubicBezTo>
                  <a:cubicBezTo>
                    <a:pt x="314346" y="4264"/>
                    <a:pt x="310082" y="0"/>
                    <a:pt x="304821" y="0"/>
                  </a:cubicBezTo>
                  <a:lnTo>
                    <a:pt x="190521" y="0"/>
                  </a:lnTo>
                  <a:cubicBezTo>
                    <a:pt x="185260" y="0"/>
                    <a:pt x="180996" y="4264"/>
                    <a:pt x="180996" y="9525"/>
                  </a:cubicBezTo>
                  <a:cubicBezTo>
                    <a:pt x="180996" y="14786"/>
                    <a:pt x="185260" y="19050"/>
                    <a:pt x="190521" y="19050"/>
                  </a:cubicBezTo>
                  <a:lnTo>
                    <a:pt x="238146" y="19050"/>
                  </a:lnTo>
                  <a:lnTo>
                    <a:pt x="238146" y="76438"/>
                  </a:lnTo>
                  <a:cubicBezTo>
                    <a:pt x="101529" y="81631"/>
                    <a:pt x="-5011" y="196590"/>
                    <a:pt x="182" y="333207"/>
                  </a:cubicBezTo>
                  <a:cubicBezTo>
                    <a:pt x="2444" y="392740"/>
                    <a:pt x="26101" y="449459"/>
                    <a:pt x="66810" y="492957"/>
                  </a:cubicBezTo>
                  <a:lnTo>
                    <a:pt x="19928" y="596132"/>
                  </a:lnTo>
                  <a:cubicBezTo>
                    <a:pt x="17608" y="600853"/>
                    <a:pt x="19554" y="606561"/>
                    <a:pt x="24276" y="608881"/>
                  </a:cubicBezTo>
                  <a:cubicBezTo>
                    <a:pt x="28996" y="611201"/>
                    <a:pt x="34704" y="609255"/>
                    <a:pt x="37025" y="604535"/>
                  </a:cubicBezTo>
                  <a:cubicBezTo>
                    <a:pt x="37110" y="604361"/>
                    <a:pt x="37190" y="604186"/>
                    <a:pt x="37264" y="604009"/>
                  </a:cubicBezTo>
                  <a:lnTo>
                    <a:pt x="81250" y="507244"/>
                  </a:lnTo>
                  <a:cubicBezTo>
                    <a:pt x="175659" y="592914"/>
                    <a:pt x="319683" y="592914"/>
                    <a:pt x="414092" y="507244"/>
                  </a:cubicBezTo>
                  <a:lnTo>
                    <a:pt x="458078" y="604009"/>
                  </a:lnTo>
                  <a:cubicBezTo>
                    <a:pt x="460108" y="608862"/>
                    <a:pt x="465689" y="611151"/>
                    <a:pt x="470542" y="609120"/>
                  </a:cubicBezTo>
                  <a:cubicBezTo>
                    <a:pt x="475395" y="607090"/>
                    <a:pt x="477683" y="601510"/>
                    <a:pt x="475653" y="596657"/>
                  </a:cubicBezTo>
                  <a:cubicBezTo>
                    <a:pt x="475579" y="596479"/>
                    <a:pt x="475499" y="596304"/>
                    <a:pt x="475414" y="596132"/>
                  </a:cubicBezTo>
                  <a:lnTo>
                    <a:pt x="428513" y="492957"/>
                  </a:lnTo>
                  <a:cubicBezTo>
                    <a:pt x="521933" y="393139"/>
                    <a:pt x="516747" y="236488"/>
                    <a:pt x="416928" y="143066"/>
                  </a:cubicBezTo>
                  <a:cubicBezTo>
                    <a:pt x="373435" y="102361"/>
                    <a:pt x="316723" y="78705"/>
                    <a:pt x="257196" y="76438"/>
                  </a:cubicBezTo>
                  <a:close/>
                  <a:moveTo>
                    <a:pt x="247671" y="552450"/>
                  </a:moveTo>
                  <a:cubicBezTo>
                    <a:pt x="121419" y="552450"/>
                    <a:pt x="19071" y="450102"/>
                    <a:pt x="19071" y="323850"/>
                  </a:cubicBezTo>
                  <a:cubicBezTo>
                    <a:pt x="19071" y="197598"/>
                    <a:pt x="121419" y="95250"/>
                    <a:pt x="247671" y="95250"/>
                  </a:cubicBezTo>
                  <a:cubicBezTo>
                    <a:pt x="373923" y="95250"/>
                    <a:pt x="476271" y="197598"/>
                    <a:pt x="476271" y="323850"/>
                  </a:cubicBezTo>
                  <a:cubicBezTo>
                    <a:pt x="476129" y="450044"/>
                    <a:pt x="373865" y="552308"/>
                    <a:pt x="247671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83" name="Graphic 57" descr="Daily calendar outline">
            <a:extLst>
              <a:ext uri="{FF2B5EF4-FFF2-40B4-BE49-F238E27FC236}">
                <a16:creationId xmlns:a16="http://schemas.microsoft.com/office/drawing/2014/main" id="{E6825F9F-FAD4-CA0C-F4B2-6DAAF5C9AF6B}"/>
              </a:ext>
            </a:extLst>
          </p:cNvPr>
          <p:cNvGrpSpPr/>
          <p:nvPr/>
        </p:nvGrpSpPr>
        <p:grpSpPr>
          <a:xfrm>
            <a:off x="10707111" y="3623255"/>
            <a:ext cx="541706" cy="458141"/>
            <a:chOff x="7063900" y="1482266"/>
            <a:chExt cx="647700" cy="647700"/>
          </a:xfrm>
          <a:solidFill>
            <a:schemeClr val="bg1">
              <a:lumMod val="50000"/>
            </a:schemeClr>
          </a:solidFill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AAEE6D4-A3D0-E5F8-05E6-310B3AA59AFE}"/>
                </a:ext>
              </a:extLst>
            </p:cNvPr>
            <p:cNvSpPr/>
            <p:nvPr/>
          </p:nvSpPr>
          <p:spPr>
            <a:xfrm>
              <a:off x="7063900" y="1482266"/>
              <a:ext cx="647700" cy="647700"/>
            </a:xfrm>
            <a:custGeom>
              <a:avLst/>
              <a:gdLst>
                <a:gd name="connsiteX0" fmla="*/ 514350 w 647700"/>
                <a:gd name="connsiteY0" fmla="*/ 57150 h 647700"/>
                <a:gd name="connsiteX1" fmla="*/ 514350 w 647700"/>
                <a:gd name="connsiteY1" fmla="*/ 9525 h 647700"/>
                <a:gd name="connsiteX2" fmla="*/ 504825 w 647700"/>
                <a:gd name="connsiteY2" fmla="*/ 0 h 647700"/>
                <a:gd name="connsiteX3" fmla="*/ 495300 w 647700"/>
                <a:gd name="connsiteY3" fmla="*/ 9525 h 647700"/>
                <a:gd name="connsiteX4" fmla="*/ 495300 w 647700"/>
                <a:gd name="connsiteY4" fmla="*/ 57150 h 647700"/>
                <a:gd name="connsiteX5" fmla="*/ 152400 w 647700"/>
                <a:gd name="connsiteY5" fmla="*/ 57150 h 647700"/>
                <a:gd name="connsiteX6" fmla="*/ 152400 w 647700"/>
                <a:gd name="connsiteY6" fmla="*/ 9525 h 647700"/>
                <a:gd name="connsiteX7" fmla="*/ 142875 w 647700"/>
                <a:gd name="connsiteY7" fmla="*/ 0 h 647700"/>
                <a:gd name="connsiteX8" fmla="*/ 133350 w 647700"/>
                <a:gd name="connsiteY8" fmla="*/ 9525 h 647700"/>
                <a:gd name="connsiteX9" fmla="*/ 133350 w 647700"/>
                <a:gd name="connsiteY9" fmla="*/ 57150 h 647700"/>
                <a:gd name="connsiteX10" fmla="*/ 0 w 647700"/>
                <a:gd name="connsiteY10" fmla="*/ 57150 h 647700"/>
                <a:gd name="connsiteX11" fmla="*/ 0 w 647700"/>
                <a:gd name="connsiteY11" fmla="*/ 647700 h 647700"/>
                <a:gd name="connsiteX12" fmla="*/ 647700 w 647700"/>
                <a:gd name="connsiteY12" fmla="*/ 647700 h 647700"/>
                <a:gd name="connsiteX13" fmla="*/ 647700 w 647700"/>
                <a:gd name="connsiteY13" fmla="*/ 57150 h 647700"/>
                <a:gd name="connsiteX14" fmla="*/ 628650 w 647700"/>
                <a:gd name="connsiteY14" fmla="*/ 628650 h 647700"/>
                <a:gd name="connsiteX15" fmla="*/ 19050 w 647700"/>
                <a:gd name="connsiteY15" fmla="*/ 628650 h 647700"/>
                <a:gd name="connsiteX16" fmla="*/ 19050 w 647700"/>
                <a:gd name="connsiteY16" fmla="*/ 209550 h 647700"/>
                <a:gd name="connsiteX17" fmla="*/ 628650 w 647700"/>
                <a:gd name="connsiteY17" fmla="*/ 209550 h 647700"/>
                <a:gd name="connsiteX18" fmla="*/ 19050 w 647700"/>
                <a:gd name="connsiteY18" fmla="*/ 190500 h 647700"/>
                <a:gd name="connsiteX19" fmla="*/ 19050 w 647700"/>
                <a:gd name="connsiteY19" fmla="*/ 76200 h 647700"/>
                <a:gd name="connsiteX20" fmla="*/ 133350 w 647700"/>
                <a:gd name="connsiteY20" fmla="*/ 76200 h 647700"/>
                <a:gd name="connsiteX21" fmla="*/ 133350 w 647700"/>
                <a:gd name="connsiteY21" fmla="*/ 114300 h 647700"/>
                <a:gd name="connsiteX22" fmla="*/ 142875 w 647700"/>
                <a:gd name="connsiteY22" fmla="*/ 123825 h 647700"/>
                <a:gd name="connsiteX23" fmla="*/ 152400 w 647700"/>
                <a:gd name="connsiteY23" fmla="*/ 114300 h 647700"/>
                <a:gd name="connsiteX24" fmla="*/ 152400 w 647700"/>
                <a:gd name="connsiteY24" fmla="*/ 76200 h 647700"/>
                <a:gd name="connsiteX25" fmla="*/ 495300 w 647700"/>
                <a:gd name="connsiteY25" fmla="*/ 76200 h 647700"/>
                <a:gd name="connsiteX26" fmla="*/ 495300 w 647700"/>
                <a:gd name="connsiteY26" fmla="*/ 114300 h 647700"/>
                <a:gd name="connsiteX27" fmla="*/ 504825 w 647700"/>
                <a:gd name="connsiteY27" fmla="*/ 123825 h 647700"/>
                <a:gd name="connsiteX28" fmla="*/ 514350 w 647700"/>
                <a:gd name="connsiteY28" fmla="*/ 114300 h 647700"/>
                <a:gd name="connsiteX29" fmla="*/ 514350 w 647700"/>
                <a:gd name="connsiteY29" fmla="*/ 76200 h 647700"/>
                <a:gd name="connsiteX30" fmla="*/ 628650 w 647700"/>
                <a:gd name="connsiteY30" fmla="*/ 76200 h 647700"/>
                <a:gd name="connsiteX31" fmla="*/ 628650 w 647700"/>
                <a:gd name="connsiteY31" fmla="*/ 1905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47700" h="647700">
                  <a:moveTo>
                    <a:pt x="514350" y="57150"/>
                  </a:moveTo>
                  <a:lnTo>
                    <a:pt x="514350" y="9525"/>
                  </a:lnTo>
                  <a:cubicBezTo>
                    <a:pt x="514350" y="4264"/>
                    <a:pt x="510086" y="0"/>
                    <a:pt x="504825" y="0"/>
                  </a:cubicBezTo>
                  <a:cubicBezTo>
                    <a:pt x="499564" y="0"/>
                    <a:pt x="495300" y="4264"/>
                    <a:pt x="495300" y="9525"/>
                  </a:cubicBezTo>
                  <a:lnTo>
                    <a:pt x="495300" y="57150"/>
                  </a:lnTo>
                  <a:lnTo>
                    <a:pt x="152400" y="57150"/>
                  </a:lnTo>
                  <a:lnTo>
                    <a:pt x="152400" y="9525"/>
                  </a:lnTo>
                  <a:cubicBezTo>
                    <a:pt x="152400" y="4264"/>
                    <a:pt x="148136" y="0"/>
                    <a:pt x="142875" y="0"/>
                  </a:cubicBezTo>
                  <a:cubicBezTo>
                    <a:pt x="137614" y="0"/>
                    <a:pt x="133350" y="4264"/>
                    <a:pt x="133350" y="9525"/>
                  </a:cubicBezTo>
                  <a:lnTo>
                    <a:pt x="133350" y="57150"/>
                  </a:lnTo>
                  <a:lnTo>
                    <a:pt x="0" y="57150"/>
                  </a:lnTo>
                  <a:lnTo>
                    <a:pt x="0" y="647700"/>
                  </a:lnTo>
                  <a:lnTo>
                    <a:pt x="647700" y="647700"/>
                  </a:lnTo>
                  <a:lnTo>
                    <a:pt x="647700" y="57150"/>
                  </a:lnTo>
                  <a:close/>
                  <a:moveTo>
                    <a:pt x="628650" y="628650"/>
                  </a:moveTo>
                  <a:lnTo>
                    <a:pt x="19050" y="628650"/>
                  </a:lnTo>
                  <a:lnTo>
                    <a:pt x="19050" y="209550"/>
                  </a:lnTo>
                  <a:lnTo>
                    <a:pt x="628650" y="209550"/>
                  </a:lnTo>
                  <a:close/>
                  <a:moveTo>
                    <a:pt x="19050" y="190500"/>
                  </a:moveTo>
                  <a:lnTo>
                    <a:pt x="19050" y="76200"/>
                  </a:lnTo>
                  <a:lnTo>
                    <a:pt x="133350" y="76200"/>
                  </a:lnTo>
                  <a:lnTo>
                    <a:pt x="133350" y="114300"/>
                  </a:lnTo>
                  <a:cubicBezTo>
                    <a:pt x="133350" y="119561"/>
                    <a:pt x="137614" y="123825"/>
                    <a:pt x="142875" y="123825"/>
                  </a:cubicBezTo>
                  <a:cubicBezTo>
                    <a:pt x="148136" y="123825"/>
                    <a:pt x="152400" y="119561"/>
                    <a:pt x="152400" y="114300"/>
                  </a:cubicBezTo>
                  <a:lnTo>
                    <a:pt x="152400" y="76200"/>
                  </a:lnTo>
                  <a:lnTo>
                    <a:pt x="495300" y="76200"/>
                  </a:lnTo>
                  <a:lnTo>
                    <a:pt x="495300" y="114300"/>
                  </a:lnTo>
                  <a:cubicBezTo>
                    <a:pt x="495300" y="119561"/>
                    <a:pt x="499564" y="123825"/>
                    <a:pt x="504825" y="123825"/>
                  </a:cubicBezTo>
                  <a:cubicBezTo>
                    <a:pt x="510086" y="123825"/>
                    <a:pt x="514350" y="119561"/>
                    <a:pt x="514350" y="114300"/>
                  </a:cubicBezTo>
                  <a:lnTo>
                    <a:pt x="514350" y="76200"/>
                  </a:lnTo>
                  <a:lnTo>
                    <a:pt x="628650" y="76200"/>
                  </a:lnTo>
                  <a:lnTo>
                    <a:pt x="628650" y="190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1EA1059-1433-716F-48DD-99989D939AC6}"/>
                </a:ext>
              </a:extLst>
            </p:cNvPr>
            <p:cNvSpPr/>
            <p:nvPr/>
          </p:nvSpPr>
          <p:spPr>
            <a:xfrm>
              <a:off x="7140100" y="1748966"/>
              <a:ext cx="495300" cy="304800"/>
            </a:xfrm>
            <a:custGeom>
              <a:avLst/>
              <a:gdLst>
                <a:gd name="connsiteX0" fmla="*/ 180975 w 495300"/>
                <a:gd name="connsiteY0" fmla="*/ 304800 h 304800"/>
                <a:gd name="connsiteX1" fmla="*/ 495300 w 495300"/>
                <a:gd name="connsiteY1" fmla="*/ 304800 h 304800"/>
                <a:gd name="connsiteX2" fmla="*/ 495300 w 495300"/>
                <a:gd name="connsiteY2" fmla="*/ 0 h 304800"/>
                <a:gd name="connsiteX3" fmla="*/ 0 w 495300"/>
                <a:gd name="connsiteY3" fmla="*/ 0 h 304800"/>
                <a:gd name="connsiteX4" fmla="*/ 0 w 495300"/>
                <a:gd name="connsiteY4" fmla="*/ 304800 h 304800"/>
                <a:gd name="connsiteX5" fmla="*/ 180975 w 495300"/>
                <a:gd name="connsiteY5" fmla="*/ 304800 h 304800"/>
                <a:gd name="connsiteX6" fmla="*/ 180975 w 495300"/>
                <a:gd name="connsiteY6" fmla="*/ 285750 h 304800"/>
                <a:gd name="connsiteX7" fmla="*/ 180975 w 495300"/>
                <a:gd name="connsiteY7" fmla="*/ 209550 h 304800"/>
                <a:gd name="connsiteX8" fmla="*/ 314325 w 495300"/>
                <a:gd name="connsiteY8" fmla="*/ 209550 h 304800"/>
                <a:gd name="connsiteX9" fmla="*/ 314325 w 495300"/>
                <a:gd name="connsiteY9" fmla="*/ 285750 h 304800"/>
                <a:gd name="connsiteX10" fmla="*/ 180975 w 495300"/>
                <a:gd name="connsiteY10" fmla="*/ 114300 h 304800"/>
                <a:gd name="connsiteX11" fmla="*/ 314325 w 495300"/>
                <a:gd name="connsiteY11" fmla="*/ 114300 h 304800"/>
                <a:gd name="connsiteX12" fmla="*/ 314325 w 495300"/>
                <a:gd name="connsiteY12" fmla="*/ 190500 h 304800"/>
                <a:gd name="connsiteX13" fmla="*/ 180975 w 495300"/>
                <a:gd name="connsiteY13" fmla="*/ 190500 h 304800"/>
                <a:gd name="connsiteX14" fmla="*/ 161925 w 495300"/>
                <a:gd name="connsiteY14" fmla="*/ 190500 h 304800"/>
                <a:gd name="connsiteX15" fmla="*/ 19050 w 495300"/>
                <a:gd name="connsiteY15" fmla="*/ 190500 h 304800"/>
                <a:gd name="connsiteX16" fmla="*/ 19050 w 495300"/>
                <a:gd name="connsiteY16" fmla="*/ 114300 h 304800"/>
                <a:gd name="connsiteX17" fmla="*/ 161925 w 495300"/>
                <a:gd name="connsiteY17" fmla="*/ 114300 h 304800"/>
                <a:gd name="connsiteX18" fmla="*/ 333375 w 495300"/>
                <a:gd name="connsiteY18" fmla="*/ 114300 h 304800"/>
                <a:gd name="connsiteX19" fmla="*/ 476250 w 495300"/>
                <a:gd name="connsiteY19" fmla="*/ 114300 h 304800"/>
                <a:gd name="connsiteX20" fmla="*/ 476250 w 495300"/>
                <a:gd name="connsiteY20" fmla="*/ 190500 h 304800"/>
                <a:gd name="connsiteX21" fmla="*/ 333375 w 495300"/>
                <a:gd name="connsiteY21" fmla="*/ 190500 h 304800"/>
                <a:gd name="connsiteX22" fmla="*/ 333375 w 495300"/>
                <a:gd name="connsiteY22" fmla="*/ 285750 h 304800"/>
                <a:gd name="connsiteX23" fmla="*/ 333375 w 495300"/>
                <a:gd name="connsiteY23" fmla="*/ 209550 h 304800"/>
                <a:gd name="connsiteX24" fmla="*/ 476250 w 495300"/>
                <a:gd name="connsiteY24" fmla="*/ 209550 h 304800"/>
                <a:gd name="connsiteX25" fmla="*/ 476250 w 495300"/>
                <a:gd name="connsiteY25" fmla="*/ 285750 h 304800"/>
                <a:gd name="connsiteX26" fmla="*/ 476250 w 495300"/>
                <a:gd name="connsiteY26" fmla="*/ 19050 h 304800"/>
                <a:gd name="connsiteX27" fmla="*/ 476250 w 495300"/>
                <a:gd name="connsiteY27" fmla="*/ 95250 h 304800"/>
                <a:gd name="connsiteX28" fmla="*/ 333375 w 495300"/>
                <a:gd name="connsiteY28" fmla="*/ 95250 h 304800"/>
                <a:gd name="connsiteX29" fmla="*/ 333375 w 495300"/>
                <a:gd name="connsiteY29" fmla="*/ 19050 h 304800"/>
                <a:gd name="connsiteX30" fmla="*/ 314325 w 495300"/>
                <a:gd name="connsiteY30" fmla="*/ 19050 h 304800"/>
                <a:gd name="connsiteX31" fmla="*/ 314325 w 495300"/>
                <a:gd name="connsiteY31" fmla="*/ 95250 h 304800"/>
                <a:gd name="connsiteX32" fmla="*/ 180975 w 495300"/>
                <a:gd name="connsiteY32" fmla="*/ 95250 h 304800"/>
                <a:gd name="connsiteX33" fmla="*/ 180975 w 495300"/>
                <a:gd name="connsiteY33" fmla="*/ 19050 h 304800"/>
                <a:gd name="connsiteX34" fmla="*/ 161925 w 495300"/>
                <a:gd name="connsiteY34" fmla="*/ 19050 h 304800"/>
                <a:gd name="connsiteX35" fmla="*/ 161925 w 495300"/>
                <a:gd name="connsiteY35" fmla="*/ 95250 h 304800"/>
                <a:gd name="connsiteX36" fmla="*/ 19050 w 495300"/>
                <a:gd name="connsiteY36" fmla="*/ 95250 h 304800"/>
                <a:gd name="connsiteX37" fmla="*/ 19050 w 495300"/>
                <a:gd name="connsiteY37" fmla="*/ 19050 h 304800"/>
                <a:gd name="connsiteX38" fmla="*/ 19050 w 495300"/>
                <a:gd name="connsiteY38" fmla="*/ 285750 h 304800"/>
                <a:gd name="connsiteX39" fmla="*/ 19050 w 495300"/>
                <a:gd name="connsiteY39" fmla="*/ 209550 h 304800"/>
                <a:gd name="connsiteX40" fmla="*/ 161925 w 495300"/>
                <a:gd name="connsiteY40" fmla="*/ 209550 h 304800"/>
                <a:gd name="connsiteX41" fmla="*/ 161925 w 495300"/>
                <a:gd name="connsiteY41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5300" h="304800">
                  <a:moveTo>
                    <a:pt x="180975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80975" y="304800"/>
                  </a:lnTo>
                  <a:close/>
                  <a:moveTo>
                    <a:pt x="180975" y="285750"/>
                  </a:moveTo>
                  <a:lnTo>
                    <a:pt x="180975" y="209550"/>
                  </a:lnTo>
                  <a:lnTo>
                    <a:pt x="314325" y="209550"/>
                  </a:lnTo>
                  <a:lnTo>
                    <a:pt x="314325" y="285750"/>
                  </a:lnTo>
                  <a:close/>
                  <a:moveTo>
                    <a:pt x="180975" y="114300"/>
                  </a:moveTo>
                  <a:lnTo>
                    <a:pt x="314325" y="114300"/>
                  </a:lnTo>
                  <a:lnTo>
                    <a:pt x="314325" y="190500"/>
                  </a:lnTo>
                  <a:lnTo>
                    <a:pt x="180975" y="190500"/>
                  </a:lnTo>
                  <a:close/>
                  <a:moveTo>
                    <a:pt x="161925" y="190500"/>
                  </a:moveTo>
                  <a:lnTo>
                    <a:pt x="19050" y="190500"/>
                  </a:lnTo>
                  <a:lnTo>
                    <a:pt x="19050" y="114300"/>
                  </a:lnTo>
                  <a:lnTo>
                    <a:pt x="161925" y="114300"/>
                  </a:lnTo>
                  <a:close/>
                  <a:moveTo>
                    <a:pt x="333375" y="114300"/>
                  </a:moveTo>
                  <a:lnTo>
                    <a:pt x="476250" y="114300"/>
                  </a:lnTo>
                  <a:lnTo>
                    <a:pt x="476250" y="190500"/>
                  </a:lnTo>
                  <a:lnTo>
                    <a:pt x="333375" y="190500"/>
                  </a:lnTo>
                  <a:close/>
                  <a:moveTo>
                    <a:pt x="333375" y="285750"/>
                  </a:moveTo>
                  <a:lnTo>
                    <a:pt x="333375" y="209550"/>
                  </a:lnTo>
                  <a:lnTo>
                    <a:pt x="476250" y="209550"/>
                  </a:lnTo>
                  <a:lnTo>
                    <a:pt x="476250" y="285750"/>
                  </a:lnTo>
                  <a:close/>
                  <a:moveTo>
                    <a:pt x="476250" y="19050"/>
                  </a:moveTo>
                  <a:lnTo>
                    <a:pt x="476250" y="95250"/>
                  </a:lnTo>
                  <a:lnTo>
                    <a:pt x="333375" y="95250"/>
                  </a:lnTo>
                  <a:lnTo>
                    <a:pt x="333375" y="19050"/>
                  </a:lnTo>
                  <a:close/>
                  <a:moveTo>
                    <a:pt x="314325" y="19050"/>
                  </a:moveTo>
                  <a:lnTo>
                    <a:pt x="314325" y="95250"/>
                  </a:lnTo>
                  <a:lnTo>
                    <a:pt x="180975" y="95250"/>
                  </a:lnTo>
                  <a:lnTo>
                    <a:pt x="180975" y="19050"/>
                  </a:lnTo>
                  <a:close/>
                  <a:moveTo>
                    <a:pt x="161925" y="19050"/>
                  </a:moveTo>
                  <a:lnTo>
                    <a:pt x="161925" y="95250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  <a:moveTo>
                    <a:pt x="19050" y="285750"/>
                  </a:moveTo>
                  <a:lnTo>
                    <a:pt x="19050" y="209550"/>
                  </a:lnTo>
                  <a:lnTo>
                    <a:pt x="161925" y="209550"/>
                  </a:lnTo>
                  <a:lnTo>
                    <a:pt x="161925" y="2857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64" name="Graphic 47" descr="Envelope outline">
            <a:extLst>
              <a:ext uri="{FF2B5EF4-FFF2-40B4-BE49-F238E27FC236}">
                <a16:creationId xmlns:a16="http://schemas.microsoft.com/office/drawing/2014/main" id="{BD9E1F87-B149-E86D-59B5-7419933AD1E3}"/>
              </a:ext>
            </a:extLst>
          </p:cNvPr>
          <p:cNvSpPr/>
          <p:nvPr/>
        </p:nvSpPr>
        <p:spPr>
          <a:xfrm>
            <a:off x="11060078" y="4559111"/>
            <a:ext cx="534213" cy="349652"/>
          </a:xfrm>
          <a:custGeom>
            <a:avLst/>
            <a:gdLst>
              <a:gd name="connsiteX0" fmla="*/ 0 w 723900"/>
              <a:gd name="connsiteY0" fmla="*/ 0 h 514350"/>
              <a:gd name="connsiteX1" fmla="*/ 0 w 723900"/>
              <a:gd name="connsiteY1" fmla="*/ 514350 h 514350"/>
              <a:gd name="connsiteX2" fmla="*/ 723900 w 723900"/>
              <a:gd name="connsiteY2" fmla="*/ 514350 h 514350"/>
              <a:gd name="connsiteX3" fmla="*/ 723900 w 723900"/>
              <a:gd name="connsiteY3" fmla="*/ 0 h 514350"/>
              <a:gd name="connsiteX4" fmla="*/ 382162 w 723900"/>
              <a:gd name="connsiteY4" fmla="*/ 328270 h 514350"/>
              <a:gd name="connsiteX5" fmla="*/ 341738 w 723900"/>
              <a:gd name="connsiteY5" fmla="*/ 328270 h 514350"/>
              <a:gd name="connsiteX6" fmla="*/ 32680 w 723900"/>
              <a:gd name="connsiteY6" fmla="*/ 19212 h 514350"/>
              <a:gd name="connsiteX7" fmla="*/ 32681 w 723900"/>
              <a:gd name="connsiteY7" fmla="*/ 19078 h 514350"/>
              <a:gd name="connsiteX8" fmla="*/ 32747 w 723900"/>
              <a:gd name="connsiteY8" fmla="*/ 19050 h 514350"/>
              <a:gd name="connsiteX9" fmla="*/ 691153 w 723900"/>
              <a:gd name="connsiteY9" fmla="*/ 19050 h 514350"/>
              <a:gd name="connsiteX10" fmla="*/ 691247 w 723900"/>
              <a:gd name="connsiteY10" fmla="*/ 19146 h 514350"/>
              <a:gd name="connsiteX11" fmla="*/ 691220 w 723900"/>
              <a:gd name="connsiteY11" fmla="*/ 19212 h 514350"/>
              <a:gd name="connsiteX12" fmla="*/ 243707 w 723900"/>
              <a:gd name="connsiteY12" fmla="*/ 257175 h 514350"/>
              <a:gd name="connsiteX13" fmla="*/ 19212 w 723900"/>
              <a:gd name="connsiteY13" fmla="*/ 481670 h 514350"/>
              <a:gd name="connsiteX14" fmla="*/ 19078 w 723900"/>
              <a:gd name="connsiteY14" fmla="*/ 481669 h 514350"/>
              <a:gd name="connsiteX15" fmla="*/ 19050 w 723900"/>
              <a:gd name="connsiteY15" fmla="*/ 481603 h 514350"/>
              <a:gd name="connsiteX16" fmla="*/ 19050 w 723900"/>
              <a:gd name="connsiteY16" fmla="*/ 32747 h 514350"/>
              <a:gd name="connsiteX17" fmla="*/ 19146 w 723900"/>
              <a:gd name="connsiteY17" fmla="*/ 32653 h 514350"/>
              <a:gd name="connsiteX18" fmla="*/ 19212 w 723900"/>
              <a:gd name="connsiteY18" fmla="*/ 32680 h 514350"/>
              <a:gd name="connsiteX19" fmla="*/ 257175 w 723900"/>
              <a:gd name="connsiteY19" fmla="*/ 270643 h 514350"/>
              <a:gd name="connsiteX20" fmla="*/ 328270 w 723900"/>
              <a:gd name="connsiteY20" fmla="*/ 341738 h 514350"/>
              <a:gd name="connsiteX21" fmla="*/ 395622 w 723900"/>
              <a:gd name="connsiteY21" fmla="*/ 341747 h 514350"/>
              <a:gd name="connsiteX22" fmla="*/ 395630 w 723900"/>
              <a:gd name="connsiteY22" fmla="*/ 341738 h 514350"/>
              <a:gd name="connsiteX23" fmla="*/ 466725 w 723900"/>
              <a:gd name="connsiteY23" fmla="*/ 270643 h 514350"/>
              <a:gd name="connsiteX24" fmla="*/ 691220 w 723900"/>
              <a:gd name="connsiteY24" fmla="*/ 495138 h 514350"/>
              <a:gd name="connsiteX25" fmla="*/ 691219 w 723900"/>
              <a:gd name="connsiteY25" fmla="*/ 495272 h 514350"/>
              <a:gd name="connsiteX26" fmla="*/ 691153 w 723900"/>
              <a:gd name="connsiteY26" fmla="*/ 495300 h 514350"/>
              <a:gd name="connsiteX27" fmla="*/ 32747 w 723900"/>
              <a:gd name="connsiteY27" fmla="*/ 495300 h 514350"/>
              <a:gd name="connsiteX28" fmla="*/ 32653 w 723900"/>
              <a:gd name="connsiteY28" fmla="*/ 495204 h 514350"/>
              <a:gd name="connsiteX29" fmla="*/ 32680 w 723900"/>
              <a:gd name="connsiteY29" fmla="*/ 495138 h 514350"/>
              <a:gd name="connsiteX30" fmla="*/ 480193 w 723900"/>
              <a:gd name="connsiteY30" fmla="*/ 257175 h 514350"/>
              <a:gd name="connsiteX31" fmla="*/ 704688 w 723900"/>
              <a:gd name="connsiteY31" fmla="*/ 32680 h 514350"/>
              <a:gd name="connsiteX32" fmla="*/ 704822 w 723900"/>
              <a:gd name="connsiteY32" fmla="*/ 32681 h 514350"/>
              <a:gd name="connsiteX33" fmla="*/ 704850 w 723900"/>
              <a:gd name="connsiteY33" fmla="*/ 32747 h 514350"/>
              <a:gd name="connsiteX34" fmla="*/ 704850 w 723900"/>
              <a:gd name="connsiteY34" fmla="*/ 481603 h 514350"/>
              <a:gd name="connsiteX35" fmla="*/ 704754 w 723900"/>
              <a:gd name="connsiteY35" fmla="*/ 481697 h 514350"/>
              <a:gd name="connsiteX36" fmla="*/ 704688 w 723900"/>
              <a:gd name="connsiteY36" fmla="*/ 48167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23900" h="514350">
                <a:moveTo>
                  <a:pt x="0" y="0"/>
                </a:moveTo>
                <a:lnTo>
                  <a:pt x="0" y="514350"/>
                </a:lnTo>
                <a:lnTo>
                  <a:pt x="723900" y="514350"/>
                </a:lnTo>
                <a:lnTo>
                  <a:pt x="723900" y="0"/>
                </a:lnTo>
                <a:close/>
                <a:moveTo>
                  <a:pt x="382162" y="328270"/>
                </a:moveTo>
                <a:cubicBezTo>
                  <a:pt x="370980" y="339385"/>
                  <a:pt x="352920" y="339385"/>
                  <a:pt x="341738" y="328270"/>
                </a:cubicBezTo>
                <a:lnTo>
                  <a:pt x="32680" y="19212"/>
                </a:lnTo>
                <a:cubicBezTo>
                  <a:pt x="32643" y="19175"/>
                  <a:pt x="32644" y="19114"/>
                  <a:pt x="32681" y="19078"/>
                </a:cubicBezTo>
                <a:cubicBezTo>
                  <a:pt x="32699" y="19060"/>
                  <a:pt x="32722" y="19050"/>
                  <a:pt x="32747" y="19050"/>
                </a:cubicBezTo>
                <a:lnTo>
                  <a:pt x="691153" y="19050"/>
                </a:lnTo>
                <a:cubicBezTo>
                  <a:pt x="691205" y="19051"/>
                  <a:pt x="691247" y="19094"/>
                  <a:pt x="691247" y="19146"/>
                </a:cubicBezTo>
                <a:cubicBezTo>
                  <a:pt x="691246" y="19171"/>
                  <a:pt x="691237" y="19195"/>
                  <a:pt x="691220" y="19212"/>
                </a:cubicBezTo>
                <a:close/>
                <a:moveTo>
                  <a:pt x="243707" y="257175"/>
                </a:moveTo>
                <a:lnTo>
                  <a:pt x="19212" y="481670"/>
                </a:lnTo>
                <a:cubicBezTo>
                  <a:pt x="19175" y="481707"/>
                  <a:pt x="19114" y="481706"/>
                  <a:pt x="19078" y="481669"/>
                </a:cubicBezTo>
                <a:cubicBezTo>
                  <a:pt x="19060" y="481651"/>
                  <a:pt x="19050" y="481628"/>
                  <a:pt x="19050" y="481603"/>
                </a:cubicBezTo>
                <a:lnTo>
                  <a:pt x="19050" y="32747"/>
                </a:lnTo>
                <a:cubicBezTo>
                  <a:pt x="19051" y="32695"/>
                  <a:pt x="19094" y="32653"/>
                  <a:pt x="19146" y="32653"/>
                </a:cubicBezTo>
                <a:cubicBezTo>
                  <a:pt x="19171" y="32654"/>
                  <a:pt x="19195" y="32663"/>
                  <a:pt x="19212" y="32680"/>
                </a:cubicBezTo>
                <a:close/>
                <a:moveTo>
                  <a:pt x="257175" y="270643"/>
                </a:moveTo>
                <a:lnTo>
                  <a:pt x="328270" y="341738"/>
                </a:lnTo>
                <a:cubicBezTo>
                  <a:pt x="346866" y="360339"/>
                  <a:pt x="377020" y="360343"/>
                  <a:pt x="395622" y="341747"/>
                </a:cubicBezTo>
                <a:cubicBezTo>
                  <a:pt x="395625" y="341744"/>
                  <a:pt x="395628" y="341741"/>
                  <a:pt x="395630" y="341738"/>
                </a:cubicBezTo>
                <a:lnTo>
                  <a:pt x="466725" y="270643"/>
                </a:lnTo>
                <a:lnTo>
                  <a:pt x="691220" y="495138"/>
                </a:lnTo>
                <a:cubicBezTo>
                  <a:pt x="691257" y="495175"/>
                  <a:pt x="691256" y="495236"/>
                  <a:pt x="691219" y="495272"/>
                </a:cubicBezTo>
                <a:cubicBezTo>
                  <a:pt x="691201" y="495290"/>
                  <a:pt x="691178" y="495300"/>
                  <a:pt x="691153" y="495300"/>
                </a:cubicBezTo>
                <a:lnTo>
                  <a:pt x="32747" y="495300"/>
                </a:lnTo>
                <a:cubicBezTo>
                  <a:pt x="32695" y="495299"/>
                  <a:pt x="32653" y="495256"/>
                  <a:pt x="32653" y="495204"/>
                </a:cubicBezTo>
                <a:cubicBezTo>
                  <a:pt x="32654" y="495179"/>
                  <a:pt x="32663" y="495155"/>
                  <a:pt x="32680" y="495138"/>
                </a:cubicBezTo>
                <a:close/>
                <a:moveTo>
                  <a:pt x="480193" y="257175"/>
                </a:moveTo>
                <a:lnTo>
                  <a:pt x="704688" y="32680"/>
                </a:lnTo>
                <a:cubicBezTo>
                  <a:pt x="704725" y="32643"/>
                  <a:pt x="704786" y="32644"/>
                  <a:pt x="704822" y="32681"/>
                </a:cubicBezTo>
                <a:cubicBezTo>
                  <a:pt x="704840" y="32699"/>
                  <a:pt x="704850" y="32722"/>
                  <a:pt x="704850" y="32747"/>
                </a:cubicBezTo>
                <a:lnTo>
                  <a:pt x="704850" y="481603"/>
                </a:lnTo>
                <a:cubicBezTo>
                  <a:pt x="704849" y="481655"/>
                  <a:pt x="704806" y="481697"/>
                  <a:pt x="704754" y="481697"/>
                </a:cubicBezTo>
                <a:cubicBezTo>
                  <a:pt x="704729" y="481696"/>
                  <a:pt x="704705" y="481687"/>
                  <a:pt x="704688" y="48167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9034346-479B-25A2-FB25-514D28BB7D9C}"/>
              </a:ext>
            </a:extLst>
          </p:cNvPr>
          <p:cNvSpPr/>
          <p:nvPr/>
        </p:nvSpPr>
        <p:spPr>
          <a:xfrm>
            <a:off x="9778751" y="4033701"/>
            <a:ext cx="1199213" cy="125482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7" name="Graphic 55" descr="Bar graph with downward trend outline">
            <a:extLst>
              <a:ext uri="{FF2B5EF4-FFF2-40B4-BE49-F238E27FC236}">
                <a16:creationId xmlns:a16="http://schemas.microsoft.com/office/drawing/2014/main" id="{81E653C3-BDC6-A762-1CB4-07463A4AF451}"/>
              </a:ext>
            </a:extLst>
          </p:cNvPr>
          <p:cNvGrpSpPr/>
          <p:nvPr/>
        </p:nvGrpSpPr>
        <p:grpSpPr>
          <a:xfrm>
            <a:off x="10049948" y="4337263"/>
            <a:ext cx="647700" cy="647700"/>
            <a:chOff x="6904375" y="1341791"/>
            <a:chExt cx="647700" cy="64770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409F633-7119-D060-F533-6306309E804D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C1664A3-3971-7C0A-F247-AE8FE6C3421F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D73727D-0CEB-336E-386F-01409143C0DF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BD6528A-1688-3334-638C-DDE67B9C6B66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F73C961-51EB-6276-3D56-C58B308D9E94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E9550CC2-07F9-16EF-22DF-C8B23E45CC56}"/>
              </a:ext>
            </a:extLst>
          </p:cNvPr>
          <p:cNvSpPr txBox="1"/>
          <p:nvPr/>
        </p:nvSpPr>
        <p:spPr>
          <a:xfrm>
            <a:off x="550366" y="2863121"/>
            <a:ext cx="3706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>
                    <a:lumMod val="95000"/>
                  </a:schemeClr>
                </a:solidFill>
                <a:latin typeface="Aptos Display" panose="020B0004020202020204" pitchFamily="34" charset="0"/>
              </a:rPr>
              <a:t>Executive Summary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5A953D2-42AB-7231-5DD4-30CF9508C1B9}"/>
              </a:ext>
            </a:extLst>
          </p:cNvPr>
          <p:cNvSpPr txBox="1"/>
          <p:nvPr/>
        </p:nvSpPr>
        <p:spPr>
          <a:xfrm>
            <a:off x="1227422" y="120638"/>
            <a:ext cx="8422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Decoding Customer Feedback: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F83B6D-711B-5392-2DC6-F98FC47B7684}"/>
              </a:ext>
            </a:extLst>
          </p:cNvPr>
          <p:cNvSpPr txBox="1"/>
          <p:nvPr/>
        </p:nvSpPr>
        <p:spPr>
          <a:xfrm>
            <a:off x="1227420" y="781738"/>
            <a:ext cx="8422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Deep Dive into Complaint &amp; Cancellation Drivers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493B8-CBBE-DAA6-77B7-3C58D56D2CD3}"/>
              </a:ext>
            </a:extLst>
          </p:cNvPr>
          <p:cNvSpPr txBox="1"/>
          <p:nvPr/>
        </p:nvSpPr>
        <p:spPr>
          <a:xfrm>
            <a:off x="1227421" y="1212941"/>
            <a:ext cx="842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Actionable Insights to Reduce Customer Churn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AA2A8-3C45-B975-EEF7-33AAC4195ABD}"/>
              </a:ext>
            </a:extLst>
          </p:cNvPr>
          <p:cNvSpPr/>
          <p:nvPr/>
        </p:nvSpPr>
        <p:spPr>
          <a:xfrm>
            <a:off x="341303" y="1811215"/>
            <a:ext cx="10718775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EEFAA-C76D-53F4-8179-1AC9656F2073}"/>
              </a:ext>
            </a:extLst>
          </p:cNvPr>
          <p:cNvSpPr txBox="1"/>
          <p:nvPr/>
        </p:nvSpPr>
        <p:spPr>
          <a:xfrm>
            <a:off x="586064" y="3388432"/>
            <a:ext cx="58326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With over 70% of customers churned. Previous analysis reveals churn rate is increasing due to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Loss Of Interest In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Demands Not Met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Dissatisfaction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>
                    <a:lumMod val="95000"/>
                  </a:schemeClr>
                </a:solidFill>
              </a:rPr>
              <a:t>Poor Support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304735"/>
      </p:ext>
    </p:extLst>
  </p:cSld>
  <p:clrMapOvr>
    <a:masterClrMapping/>
  </p:clrMapOvr>
  <p:transition spd="slow" advClick="0" advTm="1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7474C-A095-A7FC-6FF1-658D14FC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ED2481-A8AD-0A1A-3529-45F8EC2FD73C}"/>
              </a:ext>
            </a:extLst>
          </p:cNvPr>
          <p:cNvSpPr/>
          <p:nvPr/>
        </p:nvSpPr>
        <p:spPr>
          <a:xfrm>
            <a:off x="6780551" y="427703"/>
            <a:ext cx="5411449" cy="3410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647A42-F251-AEB8-1C57-1DD4FD4B8DCA}"/>
              </a:ext>
            </a:extLst>
          </p:cNvPr>
          <p:cNvSpPr/>
          <p:nvPr/>
        </p:nvSpPr>
        <p:spPr>
          <a:xfrm>
            <a:off x="6780550" y="3644278"/>
            <a:ext cx="5411449" cy="2816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B2106E7-D1E1-3494-68BB-98E41AAD3342}"/>
              </a:ext>
            </a:extLst>
          </p:cNvPr>
          <p:cNvSpPr/>
          <p:nvPr/>
        </p:nvSpPr>
        <p:spPr>
          <a:xfrm>
            <a:off x="-16412" y="427703"/>
            <a:ext cx="8555971" cy="6033393"/>
          </a:xfrm>
          <a:custGeom>
            <a:avLst/>
            <a:gdLst>
              <a:gd name="connsiteX0" fmla="*/ 0 w 8555971"/>
              <a:gd name="connsiteY0" fmla="*/ 0 h 3477719"/>
              <a:gd name="connsiteX1" fmla="*/ 8432733 w 8555971"/>
              <a:gd name="connsiteY1" fmla="*/ 0 h 3477719"/>
              <a:gd name="connsiteX2" fmla="*/ 8046617 w 8555971"/>
              <a:gd name="connsiteY2" fmla="*/ 1666023 h 3477719"/>
              <a:gd name="connsiteX3" fmla="*/ 8046263 w 8555971"/>
              <a:gd name="connsiteY3" fmla="*/ 1666928 h 3477719"/>
              <a:gd name="connsiteX4" fmla="*/ 8046395 w 8555971"/>
              <a:gd name="connsiteY4" fmla="*/ 1666980 h 3477719"/>
              <a:gd name="connsiteX5" fmla="*/ 8046264 w 8555971"/>
              <a:gd name="connsiteY5" fmla="*/ 1667543 h 3477719"/>
              <a:gd name="connsiteX6" fmla="*/ 8050141 w 8555971"/>
              <a:gd name="connsiteY6" fmla="*/ 1668442 h 3477719"/>
              <a:gd name="connsiteX7" fmla="*/ 8555971 w 8555971"/>
              <a:gd name="connsiteY7" fmla="*/ 1865864 h 3477719"/>
              <a:gd name="connsiteX8" fmla="*/ 8182409 w 8555971"/>
              <a:gd name="connsiteY8" fmla="*/ 3477719 h 3477719"/>
              <a:gd name="connsiteX9" fmla="*/ 0 w 8555971"/>
              <a:gd name="connsiteY9" fmla="*/ 3477719 h 3477719"/>
              <a:gd name="connsiteX10" fmla="*/ 0 w 8555971"/>
              <a:gd name="connsiteY10" fmla="*/ 0 h 34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55971" h="3477719">
                <a:moveTo>
                  <a:pt x="0" y="0"/>
                </a:moveTo>
                <a:lnTo>
                  <a:pt x="8432733" y="0"/>
                </a:lnTo>
                <a:lnTo>
                  <a:pt x="8046617" y="1666023"/>
                </a:lnTo>
                <a:lnTo>
                  <a:pt x="8046263" y="1666928"/>
                </a:lnTo>
                <a:lnTo>
                  <a:pt x="8046395" y="1666980"/>
                </a:lnTo>
                <a:lnTo>
                  <a:pt x="8046264" y="1667543"/>
                </a:lnTo>
                <a:lnTo>
                  <a:pt x="8050141" y="1668442"/>
                </a:lnTo>
                <a:lnTo>
                  <a:pt x="8555971" y="1865864"/>
                </a:lnTo>
                <a:lnTo>
                  <a:pt x="8182409" y="3477719"/>
                </a:lnTo>
                <a:lnTo>
                  <a:pt x="0" y="347771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733A9-D20A-7F5E-FFD1-3CE50C884B57}"/>
              </a:ext>
            </a:extLst>
          </p:cNvPr>
          <p:cNvSpPr txBox="1"/>
          <p:nvPr/>
        </p:nvSpPr>
        <p:spPr>
          <a:xfrm>
            <a:off x="954534" y="1105927"/>
            <a:ext cx="6614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Decreasing churn rate is now a prioritization for Nexamart.</a:t>
            </a:r>
            <a:endParaRPr lang="en-GB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2" name="Graphic 51" descr="Comment Important outline">
            <a:extLst>
              <a:ext uri="{FF2B5EF4-FFF2-40B4-BE49-F238E27FC236}">
                <a16:creationId xmlns:a16="http://schemas.microsoft.com/office/drawing/2014/main" id="{205CCEF7-89F5-59A5-46E7-4A4EE80F56DE}"/>
              </a:ext>
            </a:extLst>
          </p:cNvPr>
          <p:cNvGrpSpPr/>
          <p:nvPr/>
        </p:nvGrpSpPr>
        <p:grpSpPr>
          <a:xfrm>
            <a:off x="10026650" y="2609011"/>
            <a:ext cx="642266" cy="411843"/>
            <a:chOff x="6613898" y="1060888"/>
            <a:chExt cx="647703" cy="590664"/>
          </a:xfrm>
          <a:solidFill>
            <a:schemeClr val="bg1">
              <a:lumMod val="7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4E1060F-2DEA-43BB-4BE7-6CF5CE086DC7}"/>
                </a:ext>
              </a:extLst>
            </p:cNvPr>
            <p:cNvSpPr/>
            <p:nvPr/>
          </p:nvSpPr>
          <p:spPr>
            <a:xfrm>
              <a:off x="6613898" y="1060888"/>
              <a:ext cx="647703" cy="590664"/>
            </a:xfrm>
            <a:custGeom>
              <a:avLst/>
              <a:gdLst>
                <a:gd name="connsiteX0" fmla="*/ 615316 w 647703"/>
                <a:gd name="connsiteY0" fmla="*/ 0 h 590664"/>
                <a:gd name="connsiteX1" fmla="*/ 32386 w 647703"/>
                <a:gd name="connsiteY1" fmla="*/ 0 h 590664"/>
                <a:gd name="connsiteX2" fmla="*/ 1 w 647703"/>
                <a:gd name="connsiteY2" fmla="*/ 32385 h 590664"/>
                <a:gd name="connsiteX3" fmla="*/ 1 w 647703"/>
                <a:gd name="connsiteY3" fmla="*/ 425882 h 590664"/>
                <a:gd name="connsiteX4" fmla="*/ 31851 w 647703"/>
                <a:gd name="connsiteY4" fmla="*/ 458267 h 590664"/>
                <a:gd name="connsiteX5" fmla="*/ 32386 w 647703"/>
                <a:gd name="connsiteY5" fmla="*/ 458267 h 590664"/>
                <a:gd name="connsiteX6" fmla="*/ 388621 w 647703"/>
                <a:gd name="connsiteY6" fmla="*/ 458267 h 590664"/>
                <a:gd name="connsiteX7" fmla="*/ 518161 w 647703"/>
                <a:gd name="connsiteY7" fmla="*/ 590664 h 590664"/>
                <a:gd name="connsiteX8" fmla="*/ 518161 w 647703"/>
                <a:gd name="connsiteY8" fmla="*/ 459219 h 590664"/>
                <a:gd name="connsiteX9" fmla="*/ 615316 w 647703"/>
                <a:gd name="connsiteY9" fmla="*/ 459219 h 590664"/>
                <a:gd name="connsiteX10" fmla="*/ 647701 w 647703"/>
                <a:gd name="connsiteY10" fmla="*/ 426834 h 590664"/>
                <a:gd name="connsiteX11" fmla="*/ 647701 w 647703"/>
                <a:gd name="connsiteY11" fmla="*/ 33347 h 590664"/>
                <a:gd name="connsiteX12" fmla="*/ 615316 w 647703"/>
                <a:gd name="connsiteY12" fmla="*/ 0 h 590664"/>
                <a:gd name="connsiteX13" fmla="*/ 628651 w 647703"/>
                <a:gd name="connsiteY13" fmla="*/ 426834 h 590664"/>
                <a:gd name="connsiteX14" fmla="*/ 615316 w 647703"/>
                <a:gd name="connsiteY14" fmla="*/ 440169 h 590664"/>
                <a:gd name="connsiteX15" fmla="*/ 499111 w 647703"/>
                <a:gd name="connsiteY15" fmla="*/ 440169 h 590664"/>
                <a:gd name="connsiteX16" fmla="*/ 499111 w 647703"/>
                <a:gd name="connsiteY16" fmla="*/ 543992 h 590664"/>
                <a:gd name="connsiteX17" fmla="*/ 402261 w 647703"/>
                <a:gd name="connsiteY17" fmla="*/ 444960 h 590664"/>
                <a:gd name="connsiteX18" fmla="*/ 396651 w 647703"/>
                <a:gd name="connsiteY18" fmla="*/ 439245 h 590664"/>
                <a:gd name="connsiteX19" fmla="*/ 32386 w 647703"/>
                <a:gd name="connsiteY19" fmla="*/ 439245 h 590664"/>
                <a:gd name="connsiteX20" fmla="*/ 19051 w 647703"/>
                <a:gd name="connsiteY20" fmla="*/ 426489 h 590664"/>
                <a:gd name="connsiteX21" fmla="*/ 19051 w 647703"/>
                <a:gd name="connsiteY21" fmla="*/ 425910 h 590664"/>
                <a:gd name="connsiteX22" fmla="*/ 19051 w 647703"/>
                <a:gd name="connsiteY22" fmla="*/ 32395 h 590664"/>
                <a:gd name="connsiteX23" fmla="*/ 32386 w 647703"/>
                <a:gd name="connsiteY23" fmla="*/ 19060 h 590664"/>
                <a:gd name="connsiteX24" fmla="*/ 615316 w 647703"/>
                <a:gd name="connsiteY24" fmla="*/ 19060 h 590664"/>
                <a:gd name="connsiteX25" fmla="*/ 628651 w 647703"/>
                <a:gd name="connsiteY25" fmla="*/ 33347 h 5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7703" h="590664">
                  <a:moveTo>
                    <a:pt x="615316" y="0"/>
                  </a:moveTo>
                  <a:lnTo>
                    <a:pt x="32386" y="0"/>
                  </a:lnTo>
                  <a:cubicBezTo>
                    <a:pt x="14578" y="186"/>
                    <a:pt x="187" y="14577"/>
                    <a:pt x="1" y="32385"/>
                  </a:cubicBezTo>
                  <a:lnTo>
                    <a:pt x="1" y="425882"/>
                  </a:lnTo>
                  <a:cubicBezTo>
                    <a:pt x="-147" y="443619"/>
                    <a:pt x="14112" y="458119"/>
                    <a:pt x="31851" y="458267"/>
                  </a:cubicBezTo>
                  <a:cubicBezTo>
                    <a:pt x="32029" y="458268"/>
                    <a:pt x="32208" y="458268"/>
                    <a:pt x="32386" y="458267"/>
                  </a:cubicBezTo>
                  <a:lnTo>
                    <a:pt x="388621" y="458267"/>
                  </a:lnTo>
                  <a:lnTo>
                    <a:pt x="518161" y="590664"/>
                  </a:lnTo>
                  <a:lnTo>
                    <a:pt x="518161" y="459219"/>
                  </a:lnTo>
                  <a:lnTo>
                    <a:pt x="615316" y="459219"/>
                  </a:lnTo>
                  <a:cubicBezTo>
                    <a:pt x="633124" y="459034"/>
                    <a:pt x="647515" y="444642"/>
                    <a:pt x="647701" y="426834"/>
                  </a:cubicBezTo>
                  <a:lnTo>
                    <a:pt x="647701" y="33347"/>
                  </a:lnTo>
                  <a:cubicBezTo>
                    <a:pt x="647929" y="15210"/>
                    <a:pt x="633452" y="303"/>
                    <a:pt x="615316" y="0"/>
                  </a:cubicBezTo>
                  <a:close/>
                  <a:moveTo>
                    <a:pt x="628651" y="426834"/>
                  </a:moveTo>
                  <a:cubicBezTo>
                    <a:pt x="628461" y="434119"/>
                    <a:pt x="622601" y="439979"/>
                    <a:pt x="615316" y="440169"/>
                  </a:cubicBezTo>
                  <a:lnTo>
                    <a:pt x="499111" y="440169"/>
                  </a:lnTo>
                  <a:lnTo>
                    <a:pt x="499111" y="543992"/>
                  </a:lnTo>
                  <a:lnTo>
                    <a:pt x="402261" y="444960"/>
                  </a:lnTo>
                  <a:lnTo>
                    <a:pt x="396651" y="439245"/>
                  </a:lnTo>
                  <a:lnTo>
                    <a:pt x="32386" y="439245"/>
                  </a:lnTo>
                  <a:cubicBezTo>
                    <a:pt x="25181" y="439405"/>
                    <a:pt x="19211" y="433693"/>
                    <a:pt x="19051" y="426489"/>
                  </a:cubicBezTo>
                  <a:cubicBezTo>
                    <a:pt x="19047" y="426295"/>
                    <a:pt x="19047" y="426103"/>
                    <a:pt x="19051" y="425910"/>
                  </a:cubicBezTo>
                  <a:lnTo>
                    <a:pt x="19051" y="32395"/>
                  </a:lnTo>
                  <a:cubicBezTo>
                    <a:pt x="19242" y="25110"/>
                    <a:pt x="25101" y="19250"/>
                    <a:pt x="32386" y="19060"/>
                  </a:cubicBezTo>
                  <a:lnTo>
                    <a:pt x="615316" y="19060"/>
                  </a:lnTo>
                  <a:cubicBezTo>
                    <a:pt x="622934" y="19344"/>
                    <a:pt x="628892" y="25728"/>
                    <a:pt x="628651" y="33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67E4D31-01E0-87AA-4F2B-40533BA6CE1E}"/>
                </a:ext>
              </a:extLst>
            </p:cNvPr>
            <p:cNvSpPr/>
            <p:nvPr/>
          </p:nvSpPr>
          <p:spPr>
            <a:xfrm>
              <a:off x="6927043" y="1156091"/>
              <a:ext cx="21431" cy="200025"/>
            </a:xfrm>
            <a:custGeom>
              <a:avLst/>
              <a:gdLst>
                <a:gd name="connsiteX0" fmla="*/ 0 w 21431"/>
                <a:gd name="connsiteY0" fmla="*/ 0 h 200025"/>
                <a:gd name="connsiteX1" fmla="*/ 21431 w 21431"/>
                <a:gd name="connsiteY1" fmla="*/ 0 h 200025"/>
                <a:gd name="connsiteX2" fmla="*/ 21431 w 21431"/>
                <a:gd name="connsiteY2" fmla="*/ 200025 h 200025"/>
                <a:gd name="connsiteX3" fmla="*/ 0 w 21431"/>
                <a:gd name="connsiteY3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200025">
                  <a:moveTo>
                    <a:pt x="0" y="0"/>
                  </a:moveTo>
                  <a:lnTo>
                    <a:pt x="21431" y="0"/>
                  </a:lnTo>
                  <a:lnTo>
                    <a:pt x="21431" y="200025"/>
                  </a:lnTo>
                  <a:lnTo>
                    <a:pt x="0" y="200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ED64C-5EFA-F52C-FD16-D3C1E5E8D13A}"/>
                </a:ext>
              </a:extLst>
            </p:cNvPr>
            <p:cNvSpPr/>
            <p:nvPr/>
          </p:nvSpPr>
          <p:spPr>
            <a:xfrm>
              <a:off x="6918700" y="138707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" name="Graphic 47" descr="Envelope outline">
            <a:extLst>
              <a:ext uri="{FF2B5EF4-FFF2-40B4-BE49-F238E27FC236}">
                <a16:creationId xmlns:a16="http://schemas.microsoft.com/office/drawing/2014/main" id="{EE7798FE-8309-F0C6-26C5-6D417836B882}"/>
              </a:ext>
            </a:extLst>
          </p:cNvPr>
          <p:cNvSpPr/>
          <p:nvPr/>
        </p:nvSpPr>
        <p:spPr>
          <a:xfrm>
            <a:off x="11046674" y="1391912"/>
            <a:ext cx="534213" cy="325767"/>
          </a:xfrm>
          <a:custGeom>
            <a:avLst/>
            <a:gdLst>
              <a:gd name="connsiteX0" fmla="*/ 0 w 723900"/>
              <a:gd name="connsiteY0" fmla="*/ 0 h 514350"/>
              <a:gd name="connsiteX1" fmla="*/ 0 w 723900"/>
              <a:gd name="connsiteY1" fmla="*/ 514350 h 514350"/>
              <a:gd name="connsiteX2" fmla="*/ 723900 w 723900"/>
              <a:gd name="connsiteY2" fmla="*/ 514350 h 514350"/>
              <a:gd name="connsiteX3" fmla="*/ 723900 w 723900"/>
              <a:gd name="connsiteY3" fmla="*/ 0 h 514350"/>
              <a:gd name="connsiteX4" fmla="*/ 382162 w 723900"/>
              <a:gd name="connsiteY4" fmla="*/ 328270 h 514350"/>
              <a:gd name="connsiteX5" fmla="*/ 341738 w 723900"/>
              <a:gd name="connsiteY5" fmla="*/ 328270 h 514350"/>
              <a:gd name="connsiteX6" fmla="*/ 32680 w 723900"/>
              <a:gd name="connsiteY6" fmla="*/ 19212 h 514350"/>
              <a:gd name="connsiteX7" fmla="*/ 32681 w 723900"/>
              <a:gd name="connsiteY7" fmla="*/ 19078 h 514350"/>
              <a:gd name="connsiteX8" fmla="*/ 32747 w 723900"/>
              <a:gd name="connsiteY8" fmla="*/ 19050 h 514350"/>
              <a:gd name="connsiteX9" fmla="*/ 691153 w 723900"/>
              <a:gd name="connsiteY9" fmla="*/ 19050 h 514350"/>
              <a:gd name="connsiteX10" fmla="*/ 691247 w 723900"/>
              <a:gd name="connsiteY10" fmla="*/ 19146 h 514350"/>
              <a:gd name="connsiteX11" fmla="*/ 691220 w 723900"/>
              <a:gd name="connsiteY11" fmla="*/ 19212 h 514350"/>
              <a:gd name="connsiteX12" fmla="*/ 243707 w 723900"/>
              <a:gd name="connsiteY12" fmla="*/ 257175 h 514350"/>
              <a:gd name="connsiteX13" fmla="*/ 19212 w 723900"/>
              <a:gd name="connsiteY13" fmla="*/ 481670 h 514350"/>
              <a:gd name="connsiteX14" fmla="*/ 19078 w 723900"/>
              <a:gd name="connsiteY14" fmla="*/ 481669 h 514350"/>
              <a:gd name="connsiteX15" fmla="*/ 19050 w 723900"/>
              <a:gd name="connsiteY15" fmla="*/ 481603 h 514350"/>
              <a:gd name="connsiteX16" fmla="*/ 19050 w 723900"/>
              <a:gd name="connsiteY16" fmla="*/ 32747 h 514350"/>
              <a:gd name="connsiteX17" fmla="*/ 19146 w 723900"/>
              <a:gd name="connsiteY17" fmla="*/ 32653 h 514350"/>
              <a:gd name="connsiteX18" fmla="*/ 19212 w 723900"/>
              <a:gd name="connsiteY18" fmla="*/ 32680 h 514350"/>
              <a:gd name="connsiteX19" fmla="*/ 257175 w 723900"/>
              <a:gd name="connsiteY19" fmla="*/ 270643 h 514350"/>
              <a:gd name="connsiteX20" fmla="*/ 328270 w 723900"/>
              <a:gd name="connsiteY20" fmla="*/ 341738 h 514350"/>
              <a:gd name="connsiteX21" fmla="*/ 395622 w 723900"/>
              <a:gd name="connsiteY21" fmla="*/ 341747 h 514350"/>
              <a:gd name="connsiteX22" fmla="*/ 395630 w 723900"/>
              <a:gd name="connsiteY22" fmla="*/ 341738 h 514350"/>
              <a:gd name="connsiteX23" fmla="*/ 466725 w 723900"/>
              <a:gd name="connsiteY23" fmla="*/ 270643 h 514350"/>
              <a:gd name="connsiteX24" fmla="*/ 691220 w 723900"/>
              <a:gd name="connsiteY24" fmla="*/ 495138 h 514350"/>
              <a:gd name="connsiteX25" fmla="*/ 691219 w 723900"/>
              <a:gd name="connsiteY25" fmla="*/ 495272 h 514350"/>
              <a:gd name="connsiteX26" fmla="*/ 691153 w 723900"/>
              <a:gd name="connsiteY26" fmla="*/ 495300 h 514350"/>
              <a:gd name="connsiteX27" fmla="*/ 32747 w 723900"/>
              <a:gd name="connsiteY27" fmla="*/ 495300 h 514350"/>
              <a:gd name="connsiteX28" fmla="*/ 32653 w 723900"/>
              <a:gd name="connsiteY28" fmla="*/ 495204 h 514350"/>
              <a:gd name="connsiteX29" fmla="*/ 32680 w 723900"/>
              <a:gd name="connsiteY29" fmla="*/ 495138 h 514350"/>
              <a:gd name="connsiteX30" fmla="*/ 480193 w 723900"/>
              <a:gd name="connsiteY30" fmla="*/ 257175 h 514350"/>
              <a:gd name="connsiteX31" fmla="*/ 704688 w 723900"/>
              <a:gd name="connsiteY31" fmla="*/ 32680 h 514350"/>
              <a:gd name="connsiteX32" fmla="*/ 704822 w 723900"/>
              <a:gd name="connsiteY32" fmla="*/ 32681 h 514350"/>
              <a:gd name="connsiteX33" fmla="*/ 704850 w 723900"/>
              <a:gd name="connsiteY33" fmla="*/ 32747 h 514350"/>
              <a:gd name="connsiteX34" fmla="*/ 704850 w 723900"/>
              <a:gd name="connsiteY34" fmla="*/ 481603 h 514350"/>
              <a:gd name="connsiteX35" fmla="*/ 704754 w 723900"/>
              <a:gd name="connsiteY35" fmla="*/ 481697 h 514350"/>
              <a:gd name="connsiteX36" fmla="*/ 704688 w 723900"/>
              <a:gd name="connsiteY36" fmla="*/ 48167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23900" h="514350">
                <a:moveTo>
                  <a:pt x="0" y="0"/>
                </a:moveTo>
                <a:lnTo>
                  <a:pt x="0" y="514350"/>
                </a:lnTo>
                <a:lnTo>
                  <a:pt x="723900" y="514350"/>
                </a:lnTo>
                <a:lnTo>
                  <a:pt x="723900" y="0"/>
                </a:lnTo>
                <a:close/>
                <a:moveTo>
                  <a:pt x="382162" y="328270"/>
                </a:moveTo>
                <a:cubicBezTo>
                  <a:pt x="370980" y="339385"/>
                  <a:pt x="352920" y="339385"/>
                  <a:pt x="341738" y="328270"/>
                </a:cubicBezTo>
                <a:lnTo>
                  <a:pt x="32680" y="19212"/>
                </a:lnTo>
                <a:cubicBezTo>
                  <a:pt x="32643" y="19175"/>
                  <a:pt x="32644" y="19114"/>
                  <a:pt x="32681" y="19078"/>
                </a:cubicBezTo>
                <a:cubicBezTo>
                  <a:pt x="32699" y="19060"/>
                  <a:pt x="32722" y="19050"/>
                  <a:pt x="32747" y="19050"/>
                </a:cubicBezTo>
                <a:lnTo>
                  <a:pt x="691153" y="19050"/>
                </a:lnTo>
                <a:cubicBezTo>
                  <a:pt x="691205" y="19051"/>
                  <a:pt x="691247" y="19094"/>
                  <a:pt x="691247" y="19146"/>
                </a:cubicBezTo>
                <a:cubicBezTo>
                  <a:pt x="691246" y="19171"/>
                  <a:pt x="691237" y="19195"/>
                  <a:pt x="691220" y="19212"/>
                </a:cubicBezTo>
                <a:close/>
                <a:moveTo>
                  <a:pt x="243707" y="257175"/>
                </a:moveTo>
                <a:lnTo>
                  <a:pt x="19212" y="481670"/>
                </a:lnTo>
                <a:cubicBezTo>
                  <a:pt x="19175" y="481707"/>
                  <a:pt x="19114" y="481706"/>
                  <a:pt x="19078" y="481669"/>
                </a:cubicBezTo>
                <a:cubicBezTo>
                  <a:pt x="19060" y="481651"/>
                  <a:pt x="19050" y="481628"/>
                  <a:pt x="19050" y="481603"/>
                </a:cubicBezTo>
                <a:lnTo>
                  <a:pt x="19050" y="32747"/>
                </a:lnTo>
                <a:cubicBezTo>
                  <a:pt x="19051" y="32695"/>
                  <a:pt x="19094" y="32653"/>
                  <a:pt x="19146" y="32653"/>
                </a:cubicBezTo>
                <a:cubicBezTo>
                  <a:pt x="19171" y="32654"/>
                  <a:pt x="19195" y="32663"/>
                  <a:pt x="19212" y="32680"/>
                </a:cubicBezTo>
                <a:close/>
                <a:moveTo>
                  <a:pt x="257175" y="270643"/>
                </a:moveTo>
                <a:lnTo>
                  <a:pt x="328270" y="341738"/>
                </a:lnTo>
                <a:cubicBezTo>
                  <a:pt x="346866" y="360339"/>
                  <a:pt x="377020" y="360343"/>
                  <a:pt x="395622" y="341747"/>
                </a:cubicBezTo>
                <a:cubicBezTo>
                  <a:pt x="395625" y="341744"/>
                  <a:pt x="395628" y="341741"/>
                  <a:pt x="395630" y="341738"/>
                </a:cubicBezTo>
                <a:lnTo>
                  <a:pt x="466725" y="270643"/>
                </a:lnTo>
                <a:lnTo>
                  <a:pt x="691220" y="495138"/>
                </a:lnTo>
                <a:cubicBezTo>
                  <a:pt x="691257" y="495175"/>
                  <a:pt x="691256" y="495236"/>
                  <a:pt x="691219" y="495272"/>
                </a:cubicBezTo>
                <a:cubicBezTo>
                  <a:pt x="691201" y="495290"/>
                  <a:pt x="691178" y="495300"/>
                  <a:pt x="691153" y="495300"/>
                </a:cubicBezTo>
                <a:lnTo>
                  <a:pt x="32747" y="495300"/>
                </a:lnTo>
                <a:cubicBezTo>
                  <a:pt x="32695" y="495299"/>
                  <a:pt x="32653" y="495256"/>
                  <a:pt x="32653" y="495204"/>
                </a:cubicBezTo>
                <a:cubicBezTo>
                  <a:pt x="32654" y="495179"/>
                  <a:pt x="32663" y="495155"/>
                  <a:pt x="32680" y="495138"/>
                </a:cubicBezTo>
                <a:close/>
                <a:moveTo>
                  <a:pt x="480193" y="257175"/>
                </a:moveTo>
                <a:lnTo>
                  <a:pt x="704688" y="32680"/>
                </a:lnTo>
                <a:cubicBezTo>
                  <a:pt x="704725" y="32643"/>
                  <a:pt x="704786" y="32644"/>
                  <a:pt x="704822" y="32681"/>
                </a:cubicBezTo>
                <a:cubicBezTo>
                  <a:pt x="704840" y="32699"/>
                  <a:pt x="704850" y="32722"/>
                  <a:pt x="704850" y="32747"/>
                </a:cubicBezTo>
                <a:lnTo>
                  <a:pt x="704850" y="481603"/>
                </a:lnTo>
                <a:cubicBezTo>
                  <a:pt x="704849" y="481655"/>
                  <a:pt x="704806" y="481697"/>
                  <a:pt x="704754" y="481697"/>
                </a:cubicBezTo>
                <a:cubicBezTo>
                  <a:pt x="704729" y="481696"/>
                  <a:pt x="704705" y="481687"/>
                  <a:pt x="704688" y="48167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55" descr="Bar graph with downward trend outline">
            <a:extLst>
              <a:ext uri="{FF2B5EF4-FFF2-40B4-BE49-F238E27FC236}">
                <a16:creationId xmlns:a16="http://schemas.microsoft.com/office/drawing/2014/main" id="{19FFDFC1-D6B7-A967-379B-A16242D97D2A}"/>
              </a:ext>
            </a:extLst>
          </p:cNvPr>
          <p:cNvGrpSpPr/>
          <p:nvPr/>
        </p:nvGrpSpPr>
        <p:grpSpPr>
          <a:xfrm>
            <a:off x="9267385" y="1270534"/>
            <a:ext cx="504490" cy="511769"/>
            <a:chOff x="6904375" y="1341791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9DC3448-3828-232A-B18C-610321DC2AF8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E846299-0889-D55B-4ECC-A04053A1547F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B4FE92-6D49-4D8B-C123-B6C45DE0D2DE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6BA71D6-2747-63F3-B68B-3F1B1C9102A8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1A7C751-8CA4-B0AF-BF10-D34D877B4CE5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3" name="Graphic 45" descr="Chat bubble outline">
            <a:extLst>
              <a:ext uri="{FF2B5EF4-FFF2-40B4-BE49-F238E27FC236}">
                <a16:creationId xmlns:a16="http://schemas.microsoft.com/office/drawing/2014/main" id="{0E3BD4DD-C735-51BA-E6B5-A08FAE31CAD8}"/>
              </a:ext>
            </a:extLst>
          </p:cNvPr>
          <p:cNvGrpSpPr/>
          <p:nvPr/>
        </p:nvGrpSpPr>
        <p:grpSpPr>
          <a:xfrm>
            <a:off x="9357141" y="4193996"/>
            <a:ext cx="616327" cy="426845"/>
            <a:chOff x="6163900" y="610841"/>
            <a:chExt cx="647700" cy="590550"/>
          </a:xfrm>
          <a:solidFill>
            <a:schemeClr val="bg1">
              <a:lumMod val="7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17324AD-675C-1FE2-AD9E-EFDFBB7296DC}"/>
                </a:ext>
              </a:extLst>
            </p:cNvPr>
            <p:cNvSpPr/>
            <p:nvPr/>
          </p:nvSpPr>
          <p:spPr>
            <a:xfrm>
              <a:off x="6163900" y="610841"/>
              <a:ext cx="647700" cy="590550"/>
            </a:xfrm>
            <a:custGeom>
              <a:avLst/>
              <a:gdLst>
                <a:gd name="connsiteX0" fmla="*/ 609600 w 647700"/>
                <a:gd name="connsiteY0" fmla="*/ 19050 h 590550"/>
                <a:gd name="connsiteX1" fmla="*/ 628650 w 647700"/>
                <a:gd name="connsiteY1" fmla="*/ 38100 h 590550"/>
                <a:gd name="connsiteX2" fmla="*/ 628650 w 647700"/>
                <a:gd name="connsiteY2" fmla="*/ 419100 h 590550"/>
                <a:gd name="connsiteX3" fmla="*/ 609600 w 647700"/>
                <a:gd name="connsiteY3" fmla="*/ 438150 h 590550"/>
                <a:gd name="connsiteX4" fmla="*/ 495300 w 647700"/>
                <a:gd name="connsiteY4" fmla="*/ 438150 h 590550"/>
                <a:gd name="connsiteX5" fmla="*/ 495300 w 647700"/>
                <a:gd name="connsiteY5" fmla="*/ 544563 h 590550"/>
                <a:gd name="connsiteX6" fmla="*/ 399231 w 647700"/>
                <a:gd name="connsiteY6" fmla="*/ 448494 h 590550"/>
                <a:gd name="connsiteX7" fmla="*/ 393649 w 647700"/>
                <a:gd name="connsiteY7" fmla="*/ 442913 h 590550"/>
                <a:gd name="connsiteX8" fmla="*/ 38100 w 647700"/>
                <a:gd name="connsiteY8" fmla="*/ 442913 h 590550"/>
                <a:gd name="connsiteX9" fmla="*/ 19050 w 647700"/>
                <a:gd name="connsiteY9" fmla="*/ 423863 h 590550"/>
                <a:gd name="connsiteX10" fmla="*/ 19050 w 647700"/>
                <a:gd name="connsiteY10" fmla="*/ 38100 h 590550"/>
                <a:gd name="connsiteX11" fmla="*/ 38100 w 647700"/>
                <a:gd name="connsiteY11" fmla="*/ 19050 h 590550"/>
                <a:gd name="connsiteX12" fmla="*/ 609600 w 647700"/>
                <a:gd name="connsiteY12" fmla="*/ 19050 h 590550"/>
                <a:gd name="connsiteX13" fmla="*/ 609600 w 647700"/>
                <a:gd name="connsiteY13" fmla="*/ 0 h 590550"/>
                <a:gd name="connsiteX14" fmla="*/ 38100 w 647700"/>
                <a:gd name="connsiteY14" fmla="*/ 0 h 590550"/>
                <a:gd name="connsiteX15" fmla="*/ 0 w 647700"/>
                <a:gd name="connsiteY15" fmla="*/ 38100 h 590550"/>
                <a:gd name="connsiteX16" fmla="*/ 0 w 647700"/>
                <a:gd name="connsiteY16" fmla="*/ 423863 h 590550"/>
                <a:gd name="connsiteX17" fmla="*/ 38100 w 647700"/>
                <a:gd name="connsiteY17" fmla="*/ 461963 h 590550"/>
                <a:gd name="connsiteX18" fmla="*/ 385763 w 647700"/>
                <a:gd name="connsiteY18" fmla="*/ 461963 h 590550"/>
                <a:gd name="connsiteX19" fmla="*/ 514350 w 647700"/>
                <a:gd name="connsiteY19" fmla="*/ 590550 h 590550"/>
                <a:gd name="connsiteX20" fmla="*/ 514350 w 647700"/>
                <a:gd name="connsiteY20" fmla="*/ 457200 h 590550"/>
                <a:gd name="connsiteX21" fmla="*/ 609600 w 647700"/>
                <a:gd name="connsiteY21" fmla="*/ 457200 h 590550"/>
                <a:gd name="connsiteX22" fmla="*/ 647700 w 647700"/>
                <a:gd name="connsiteY22" fmla="*/ 419100 h 590550"/>
                <a:gd name="connsiteX23" fmla="*/ 647700 w 647700"/>
                <a:gd name="connsiteY23" fmla="*/ 38100 h 590550"/>
                <a:gd name="connsiteX24" fmla="*/ 609600 w 647700"/>
                <a:gd name="connsiteY2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7700" h="590550">
                  <a:moveTo>
                    <a:pt x="609600" y="19050"/>
                  </a:moveTo>
                  <a:cubicBezTo>
                    <a:pt x="620121" y="19050"/>
                    <a:pt x="628650" y="27579"/>
                    <a:pt x="628650" y="38100"/>
                  </a:cubicBezTo>
                  <a:lnTo>
                    <a:pt x="628650" y="419100"/>
                  </a:lnTo>
                  <a:cubicBezTo>
                    <a:pt x="628650" y="429621"/>
                    <a:pt x="620121" y="438150"/>
                    <a:pt x="609600" y="438150"/>
                  </a:cubicBezTo>
                  <a:lnTo>
                    <a:pt x="495300" y="438150"/>
                  </a:lnTo>
                  <a:lnTo>
                    <a:pt x="495300" y="544563"/>
                  </a:lnTo>
                  <a:lnTo>
                    <a:pt x="399231" y="448494"/>
                  </a:lnTo>
                  <a:lnTo>
                    <a:pt x="393649" y="442913"/>
                  </a:lnTo>
                  <a:lnTo>
                    <a:pt x="38100" y="442913"/>
                  </a:lnTo>
                  <a:cubicBezTo>
                    <a:pt x="27579" y="442913"/>
                    <a:pt x="19050" y="434384"/>
                    <a:pt x="19050" y="423863"/>
                  </a:cubicBezTo>
                  <a:lnTo>
                    <a:pt x="19050" y="38100"/>
                  </a:lnTo>
                  <a:cubicBezTo>
                    <a:pt x="19050" y="27579"/>
                    <a:pt x="27579" y="19050"/>
                    <a:pt x="38100" y="19050"/>
                  </a:cubicBezTo>
                  <a:lnTo>
                    <a:pt x="609600" y="19050"/>
                  </a:lnTo>
                  <a:moveTo>
                    <a:pt x="609600" y="0"/>
                  </a:moveTo>
                  <a:lnTo>
                    <a:pt x="38100" y="0"/>
                  </a:lnTo>
                  <a:cubicBezTo>
                    <a:pt x="17058" y="0"/>
                    <a:pt x="0" y="17058"/>
                    <a:pt x="0" y="38100"/>
                  </a:cubicBezTo>
                  <a:lnTo>
                    <a:pt x="0" y="423863"/>
                  </a:lnTo>
                  <a:cubicBezTo>
                    <a:pt x="0" y="444904"/>
                    <a:pt x="17058" y="461963"/>
                    <a:pt x="38100" y="461963"/>
                  </a:cubicBezTo>
                  <a:lnTo>
                    <a:pt x="385763" y="461963"/>
                  </a:lnTo>
                  <a:lnTo>
                    <a:pt x="514350" y="590550"/>
                  </a:lnTo>
                  <a:lnTo>
                    <a:pt x="514350" y="457200"/>
                  </a:lnTo>
                  <a:lnTo>
                    <a:pt x="609600" y="457200"/>
                  </a:lnTo>
                  <a:cubicBezTo>
                    <a:pt x="630642" y="457200"/>
                    <a:pt x="647700" y="440142"/>
                    <a:pt x="647700" y="419100"/>
                  </a:cubicBezTo>
                  <a:lnTo>
                    <a:pt x="647700" y="38100"/>
                  </a:lnTo>
                  <a:cubicBezTo>
                    <a:pt x="647700" y="17058"/>
                    <a:pt x="630642" y="0"/>
                    <a:pt x="60960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D9E8D40-1E84-9EF2-F11E-C0CFA162B84F}"/>
                </a:ext>
              </a:extLst>
            </p:cNvPr>
            <p:cNvSpPr/>
            <p:nvPr/>
          </p:nvSpPr>
          <p:spPr>
            <a:xfrm>
              <a:off x="66115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BE895F6-C36B-824C-69E8-5E1EBDFE2A39}"/>
                </a:ext>
              </a:extLst>
            </p:cNvPr>
            <p:cNvSpPr/>
            <p:nvPr/>
          </p:nvSpPr>
          <p:spPr>
            <a:xfrm>
              <a:off x="64591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322D642-DE18-6977-72AF-200CF4A58BD3}"/>
                </a:ext>
              </a:extLst>
            </p:cNvPr>
            <p:cNvSpPr/>
            <p:nvPr/>
          </p:nvSpPr>
          <p:spPr>
            <a:xfrm>
              <a:off x="63067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aphic 53" descr="Alarm clock outline">
            <a:extLst>
              <a:ext uri="{FF2B5EF4-FFF2-40B4-BE49-F238E27FC236}">
                <a16:creationId xmlns:a16="http://schemas.microsoft.com/office/drawing/2014/main" id="{3961947D-B422-0FCC-D30E-21C4AAD5F438}"/>
              </a:ext>
            </a:extLst>
          </p:cNvPr>
          <p:cNvGrpSpPr/>
          <p:nvPr/>
        </p:nvGrpSpPr>
        <p:grpSpPr>
          <a:xfrm>
            <a:off x="10210409" y="5041480"/>
            <a:ext cx="557815" cy="538628"/>
            <a:chOff x="6768549" y="1187275"/>
            <a:chExt cx="638162" cy="638436"/>
          </a:xfrm>
          <a:solidFill>
            <a:schemeClr val="bg1">
              <a:lumMod val="75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65B8FA0-0B96-3C71-BFB4-2FA0ECD7C905}"/>
                </a:ext>
              </a:extLst>
            </p:cNvPr>
            <p:cNvSpPr/>
            <p:nvPr/>
          </p:nvSpPr>
          <p:spPr>
            <a:xfrm>
              <a:off x="6925710" y="1377776"/>
              <a:ext cx="171173" cy="171450"/>
            </a:xfrm>
            <a:custGeom>
              <a:avLst/>
              <a:gdLst>
                <a:gd name="connsiteX0" fmla="*/ 161649 w 171173"/>
                <a:gd name="connsiteY0" fmla="*/ 0 h 171450"/>
                <a:gd name="connsiteX1" fmla="*/ 152124 w 171173"/>
                <a:gd name="connsiteY1" fmla="*/ 9525 h 171450"/>
                <a:gd name="connsiteX2" fmla="*/ 152124 w 171173"/>
                <a:gd name="connsiteY2" fmla="*/ 152400 h 171450"/>
                <a:gd name="connsiteX3" fmla="*/ 9525 w 171173"/>
                <a:gd name="connsiteY3" fmla="*/ 152400 h 171450"/>
                <a:gd name="connsiteX4" fmla="*/ 0 w 171173"/>
                <a:gd name="connsiteY4" fmla="*/ 161925 h 171450"/>
                <a:gd name="connsiteX5" fmla="*/ 9525 w 171173"/>
                <a:gd name="connsiteY5" fmla="*/ 171450 h 171450"/>
                <a:gd name="connsiteX6" fmla="*/ 161649 w 171173"/>
                <a:gd name="connsiteY6" fmla="*/ 171450 h 171450"/>
                <a:gd name="connsiteX7" fmla="*/ 171174 w 171173"/>
                <a:gd name="connsiteY7" fmla="*/ 161925 h 171450"/>
                <a:gd name="connsiteX8" fmla="*/ 171174 w 171173"/>
                <a:gd name="connsiteY8" fmla="*/ 9525 h 171450"/>
                <a:gd name="connsiteX9" fmla="*/ 161649 w 171173"/>
                <a:gd name="connsiteY9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73" h="171450">
                  <a:moveTo>
                    <a:pt x="161649" y="0"/>
                  </a:moveTo>
                  <a:cubicBezTo>
                    <a:pt x="156388" y="0"/>
                    <a:pt x="152124" y="4264"/>
                    <a:pt x="152124" y="9525"/>
                  </a:cubicBezTo>
                  <a:lnTo>
                    <a:pt x="152124" y="152400"/>
                  </a:lnTo>
                  <a:lnTo>
                    <a:pt x="9525" y="152400"/>
                  </a:lnTo>
                  <a:cubicBezTo>
                    <a:pt x="4264" y="152400"/>
                    <a:pt x="0" y="156664"/>
                    <a:pt x="0" y="161925"/>
                  </a:cubicBezTo>
                  <a:cubicBezTo>
                    <a:pt x="0" y="167186"/>
                    <a:pt x="4264" y="171450"/>
                    <a:pt x="9525" y="171450"/>
                  </a:cubicBezTo>
                  <a:lnTo>
                    <a:pt x="161649" y="171450"/>
                  </a:lnTo>
                  <a:cubicBezTo>
                    <a:pt x="166909" y="171450"/>
                    <a:pt x="171174" y="167186"/>
                    <a:pt x="171174" y="161925"/>
                  </a:cubicBezTo>
                  <a:lnTo>
                    <a:pt x="171174" y="9525"/>
                  </a:lnTo>
                  <a:cubicBezTo>
                    <a:pt x="171174" y="4264"/>
                    <a:pt x="166909" y="0"/>
                    <a:pt x="16164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D522954-E87C-D520-0D11-012C29EECC8B}"/>
                </a:ext>
              </a:extLst>
            </p:cNvPr>
            <p:cNvSpPr/>
            <p:nvPr/>
          </p:nvSpPr>
          <p:spPr>
            <a:xfrm>
              <a:off x="6768549" y="1187275"/>
              <a:ext cx="194423" cy="194434"/>
            </a:xfrm>
            <a:custGeom>
              <a:avLst/>
              <a:gdLst>
                <a:gd name="connsiteX0" fmla="*/ 144893 w 194423"/>
                <a:gd name="connsiteY0" fmla="*/ 11555 h 194434"/>
                <a:gd name="connsiteX1" fmla="*/ 91642 w 194423"/>
                <a:gd name="connsiteY1" fmla="*/ 10517 h 194434"/>
                <a:gd name="connsiteX2" fmla="*/ 91553 w 194423"/>
                <a:gd name="connsiteY2" fmla="*/ 10602 h 194434"/>
                <a:gd name="connsiteX3" fmla="*/ 90601 w 194423"/>
                <a:gd name="connsiteY3" fmla="*/ 11555 h 194434"/>
                <a:gd name="connsiteX4" fmla="*/ 11543 w 194423"/>
                <a:gd name="connsiteY4" fmla="*/ 90612 h 194434"/>
                <a:gd name="connsiteX5" fmla="*/ 10545 w 194423"/>
                <a:gd name="connsiteY5" fmla="*/ 143906 h 194434"/>
                <a:gd name="connsiteX6" fmla="*/ 10591 w 194423"/>
                <a:gd name="connsiteY6" fmla="*/ 143952 h 194434"/>
                <a:gd name="connsiteX7" fmla="*/ 11543 w 194423"/>
                <a:gd name="connsiteY7" fmla="*/ 144905 h 194434"/>
                <a:gd name="connsiteX8" fmla="*/ 61073 w 194423"/>
                <a:gd name="connsiteY8" fmla="*/ 194435 h 194434"/>
                <a:gd name="connsiteX9" fmla="*/ 194423 w 194423"/>
                <a:gd name="connsiteY9" fmla="*/ 61085 h 194434"/>
                <a:gd name="connsiteX10" fmla="*/ 25021 w 194423"/>
                <a:gd name="connsiteY10" fmla="*/ 131474 h 194434"/>
                <a:gd name="connsiteX11" fmla="*/ 24069 w 194423"/>
                <a:gd name="connsiteY11" fmla="*/ 130522 h 194434"/>
                <a:gd name="connsiteX12" fmla="*/ 24583 w 194423"/>
                <a:gd name="connsiteY12" fmla="*/ 104528 h 194434"/>
                <a:gd name="connsiteX13" fmla="*/ 25021 w 194423"/>
                <a:gd name="connsiteY13" fmla="*/ 104100 h 194434"/>
                <a:gd name="connsiteX14" fmla="*/ 104079 w 194423"/>
                <a:gd name="connsiteY14" fmla="*/ 25042 h 194434"/>
                <a:gd name="connsiteX15" fmla="*/ 105031 w 194423"/>
                <a:gd name="connsiteY15" fmla="*/ 24090 h 194434"/>
                <a:gd name="connsiteX16" fmla="*/ 130996 w 194423"/>
                <a:gd name="connsiteY16" fmla="*/ 24604 h 194434"/>
                <a:gd name="connsiteX17" fmla="*/ 131425 w 194423"/>
                <a:gd name="connsiteY17" fmla="*/ 25042 h 194434"/>
                <a:gd name="connsiteX18" fmla="*/ 167496 w 194423"/>
                <a:gd name="connsiteY18" fmla="*/ 61113 h 194434"/>
                <a:gd name="connsiteX19" fmla="*/ 61073 w 194423"/>
                <a:gd name="connsiteY19" fmla="*/ 167546 h 19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23" h="194434">
                  <a:moveTo>
                    <a:pt x="144893" y="11555"/>
                  </a:moveTo>
                  <a:cubicBezTo>
                    <a:pt x="130474" y="-3437"/>
                    <a:pt x="106633" y="-3902"/>
                    <a:pt x="91642" y="10517"/>
                  </a:cubicBezTo>
                  <a:cubicBezTo>
                    <a:pt x="91612" y="10545"/>
                    <a:pt x="91583" y="10574"/>
                    <a:pt x="91553" y="10602"/>
                  </a:cubicBezTo>
                  <a:lnTo>
                    <a:pt x="90601" y="11555"/>
                  </a:lnTo>
                  <a:lnTo>
                    <a:pt x="11543" y="90612"/>
                  </a:lnTo>
                  <a:cubicBezTo>
                    <a:pt x="-3449" y="105053"/>
                    <a:pt x="-3896" y="128913"/>
                    <a:pt x="10545" y="143906"/>
                  </a:cubicBezTo>
                  <a:cubicBezTo>
                    <a:pt x="10560" y="143921"/>
                    <a:pt x="10575" y="143937"/>
                    <a:pt x="10591" y="143952"/>
                  </a:cubicBezTo>
                  <a:lnTo>
                    <a:pt x="11543" y="144905"/>
                  </a:lnTo>
                  <a:lnTo>
                    <a:pt x="61073" y="194435"/>
                  </a:lnTo>
                  <a:lnTo>
                    <a:pt x="194423" y="61085"/>
                  </a:lnTo>
                  <a:close/>
                  <a:moveTo>
                    <a:pt x="25021" y="131474"/>
                  </a:moveTo>
                  <a:lnTo>
                    <a:pt x="24069" y="130522"/>
                  </a:lnTo>
                  <a:cubicBezTo>
                    <a:pt x="17177" y="123146"/>
                    <a:pt x="17405" y="111626"/>
                    <a:pt x="24583" y="104528"/>
                  </a:cubicBezTo>
                  <a:cubicBezTo>
                    <a:pt x="24735" y="104385"/>
                    <a:pt x="24878" y="104252"/>
                    <a:pt x="25021" y="104100"/>
                  </a:cubicBezTo>
                  <a:lnTo>
                    <a:pt x="104079" y="25042"/>
                  </a:lnTo>
                  <a:lnTo>
                    <a:pt x="105031" y="24090"/>
                  </a:lnTo>
                  <a:cubicBezTo>
                    <a:pt x="112398" y="17202"/>
                    <a:pt x="123909" y="17430"/>
                    <a:pt x="130996" y="24604"/>
                  </a:cubicBezTo>
                  <a:lnTo>
                    <a:pt x="131425" y="25042"/>
                  </a:lnTo>
                  <a:lnTo>
                    <a:pt x="167496" y="61113"/>
                  </a:lnTo>
                  <a:lnTo>
                    <a:pt x="61073" y="167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815A5F1-287C-AAC9-639E-A5F4796696F0}"/>
                </a:ext>
              </a:extLst>
            </p:cNvPr>
            <p:cNvSpPr/>
            <p:nvPr/>
          </p:nvSpPr>
          <p:spPr>
            <a:xfrm>
              <a:off x="7212289" y="1187298"/>
              <a:ext cx="194422" cy="194431"/>
            </a:xfrm>
            <a:custGeom>
              <a:avLst/>
              <a:gdLst>
                <a:gd name="connsiteX0" fmla="*/ 182880 w 194422"/>
                <a:gd name="connsiteY0" fmla="*/ 90609 h 194431"/>
                <a:gd name="connsiteX1" fmla="*/ 103822 w 194422"/>
                <a:gd name="connsiteY1" fmla="*/ 11551 h 194431"/>
                <a:gd name="connsiteX2" fmla="*/ 102870 w 194422"/>
                <a:gd name="connsiteY2" fmla="*/ 10599 h 194431"/>
                <a:gd name="connsiteX3" fmla="*/ 49601 w 194422"/>
                <a:gd name="connsiteY3" fmla="*/ 11477 h 194431"/>
                <a:gd name="connsiteX4" fmla="*/ 49530 w 194422"/>
                <a:gd name="connsiteY4" fmla="*/ 11551 h 194431"/>
                <a:gd name="connsiteX5" fmla="*/ 0 w 194422"/>
                <a:gd name="connsiteY5" fmla="*/ 61081 h 194431"/>
                <a:gd name="connsiteX6" fmla="*/ 133350 w 194422"/>
                <a:gd name="connsiteY6" fmla="*/ 194431 h 194431"/>
                <a:gd name="connsiteX7" fmla="*/ 182880 w 194422"/>
                <a:gd name="connsiteY7" fmla="*/ 144901 h 194431"/>
                <a:gd name="connsiteX8" fmla="*/ 183833 w 194422"/>
                <a:gd name="connsiteY8" fmla="*/ 143949 h 194431"/>
                <a:gd name="connsiteX9" fmla="*/ 182927 w 194422"/>
                <a:gd name="connsiteY9" fmla="*/ 90654 h 194431"/>
                <a:gd name="connsiteX10" fmla="*/ 182880 w 194422"/>
                <a:gd name="connsiteY10" fmla="*/ 90609 h 194431"/>
                <a:gd name="connsiteX11" fmla="*/ 170364 w 194422"/>
                <a:gd name="connsiteY11" fmla="*/ 130499 h 194431"/>
                <a:gd name="connsiteX12" fmla="*/ 169412 w 194422"/>
                <a:gd name="connsiteY12" fmla="*/ 131452 h 194431"/>
                <a:gd name="connsiteX13" fmla="*/ 133350 w 194422"/>
                <a:gd name="connsiteY13" fmla="*/ 167523 h 194431"/>
                <a:gd name="connsiteX14" fmla="*/ 26908 w 194422"/>
                <a:gd name="connsiteY14" fmla="*/ 61071 h 194431"/>
                <a:gd name="connsiteX15" fmla="*/ 62979 w 194422"/>
                <a:gd name="connsiteY15" fmla="*/ 25000 h 194431"/>
                <a:gd name="connsiteX16" fmla="*/ 63408 w 194422"/>
                <a:gd name="connsiteY16" fmla="*/ 24562 h 194431"/>
                <a:gd name="connsiteX17" fmla="*/ 89373 w 194422"/>
                <a:gd name="connsiteY17" fmla="*/ 24048 h 194431"/>
                <a:gd name="connsiteX18" fmla="*/ 90326 w 194422"/>
                <a:gd name="connsiteY18" fmla="*/ 25000 h 194431"/>
                <a:gd name="connsiteX19" fmla="*/ 169383 w 194422"/>
                <a:gd name="connsiteY19" fmla="*/ 104058 h 194431"/>
                <a:gd name="connsiteX20" fmla="*/ 169821 w 194422"/>
                <a:gd name="connsiteY20" fmla="*/ 104486 h 194431"/>
                <a:gd name="connsiteX21" fmla="*/ 170336 w 194422"/>
                <a:gd name="connsiteY21" fmla="*/ 130480 h 19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4422" h="194431">
                  <a:moveTo>
                    <a:pt x="182880" y="90609"/>
                  </a:moveTo>
                  <a:lnTo>
                    <a:pt x="103822" y="11551"/>
                  </a:lnTo>
                  <a:lnTo>
                    <a:pt x="102870" y="10599"/>
                  </a:lnTo>
                  <a:cubicBezTo>
                    <a:pt x="87918" y="-3869"/>
                    <a:pt x="64069" y="-3476"/>
                    <a:pt x="49601" y="11477"/>
                  </a:cubicBezTo>
                  <a:cubicBezTo>
                    <a:pt x="49578" y="11501"/>
                    <a:pt x="49554" y="11526"/>
                    <a:pt x="49530" y="11551"/>
                  </a:cubicBezTo>
                  <a:lnTo>
                    <a:pt x="0" y="61081"/>
                  </a:lnTo>
                  <a:lnTo>
                    <a:pt x="133350" y="194431"/>
                  </a:lnTo>
                  <a:lnTo>
                    <a:pt x="182880" y="144901"/>
                  </a:lnTo>
                  <a:lnTo>
                    <a:pt x="183833" y="143949"/>
                  </a:lnTo>
                  <a:cubicBezTo>
                    <a:pt x="198299" y="128982"/>
                    <a:pt x="197894" y="105121"/>
                    <a:pt x="182927" y="90654"/>
                  </a:cubicBezTo>
                  <a:cubicBezTo>
                    <a:pt x="182911" y="90639"/>
                    <a:pt x="182895" y="90624"/>
                    <a:pt x="182880" y="90609"/>
                  </a:cubicBezTo>
                  <a:close/>
                  <a:moveTo>
                    <a:pt x="170364" y="130499"/>
                  </a:moveTo>
                  <a:lnTo>
                    <a:pt x="169412" y="131452"/>
                  </a:lnTo>
                  <a:lnTo>
                    <a:pt x="133350" y="167523"/>
                  </a:lnTo>
                  <a:lnTo>
                    <a:pt x="26908" y="61071"/>
                  </a:lnTo>
                  <a:lnTo>
                    <a:pt x="62979" y="25000"/>
                  </a:lnTo>
                  <a:lnTo>
                    <a:pt x="63408" y="24562"/>
                  </a:lnTo>
                  <a:cubicBezTo>
                    <a:pt x="70495" y="17388"/>
                    <a:pt x="82006" y="17160"/>
                    <a:pt x="89373" y="24048"/>
                  </a:cubicBezTo>
                  <a:lnTo>
                    <a:pt x="90326" y="25000"/>
                  </a:lnTo>
                  <a:lnTo>
                    <a:pt x="169383" y="104058"/>
                  </a:lnTo>
                  <a:cubicBezTo>
                    <a:pt x="169526" y="104210"/>
                    <a:pt x="169669" y="104344"/>
                    <a:pt x="169821" y="104486"/>
                  </a:cubicBezTo>
                  <a:cubicBezTo>
                    <a:pt x="176999" y="111584"/>
                    <a:pt x="177227" y="123104"/>
                    <a:pt x="170336" y="1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6108A9E-0518-A9D8-37AC-3DC9128423BB}"/>
                </a:ext>
              </a:extLst>
            </p:cNvPr>
            <p:cNvSpPr/>
            <p:nvPr/>
          </p:nvSpPr>
          <p:spPr>
            <a:xfrm>
              <a:off x="6839964" y="1215851"/>
              <a:ext cx="495321" cy="609860"/>
            </a:xfrm>
            <a:custGeom>
              <a:avLst/>
              <a:gdLst>
                <a:gd name="connsiteX0" fmla="*/ 257196 w 495321"/>
                <a:gd name="connsiteY0" fmla="*/ 76438 h 609860"/>
                <a:gd name="connsiteX1" fmla="*/ 257196 w 495321"/>
                <a:gd name="connsiteY1" fmla="*/ 19050 h 609860"/>
                <a:gd name="connsiteX2" fmla="*/ 304821 w 495321"/>
                <a:gd name="connsiteY2" fmla="*/ 19050 h 609860"/>
                <a:gd name="connsiteX3" fmla="*/ 314346 w 495321"/>
                <a:gd name="connsiteY3" fmla="*/ 9525 h 609860"/>
                <a:gd name="connsiteX4" fmla="*/ 304821 w 495321"/>
                <a:gd name="connsiteY4" fmla="*/ 0 h 609860"/>
                <a:gd name="connsiteX5" fmla="*/ 190521 w 495321"/>
                <a:gd name="connsiteY5" fmla="*/ 0 h 609860"/>
                <a:gd name="connsiteX6" fmla="*/ 180996 w 495321"/>
                <a:gd name="connsiteY6" fmla="*/ 9525 h 609860"/>
                <a:gd name="connsiteX7" fmla="*/ 190521 w 495321"/>
                <a:gd name="connsiteY7" fmla="*/ 19050 h 609860"/>
                <a:gd name="connsiteX8" fmla="*/ 238146 w 495321"/>
                <a:gd name="connsiteY8" fmla="*/ 19050 h 609860"/>
                <a:gd name="connsiteX9" fmla="*/ 238146 w 495321"/>
                <a:gd name="connsiteY9" fmla="*/ 76438 h 609860"/>
                <a:gd name="connsiteX10" fmla="*/ 182 w 495321"/>
                <a:gd name="connsiteY10" fmla="*/ 333207 h 609860"/>
                <a:gd name="connsiteX11" fmla="*/ 66810 w 495321"/>
                <a:gd name="connsiteY11" fmla="*/ 492957 h 609860"/>
                <a:gd name="connsiteX12" fmla="*/ 19928 w 495321"/>
                <a:gd name="connsiteY12" fmla="*/ 596132 h 609860"/>
                <a:gd name="connsiteX13" fmla="*/ 24276 w 495321"/>
                <a:gd name="connsiteY13" fmla="*/ 608881 h 609860"/>
                <a:gd name="connsiteX14" fmla="*/ 37025 w 495321"/>
                <a:gd name="connsiteY14" fmla="*/ 604535 h 609860"/>
                <a:gd name="connsiteX15" fmla="*/ 37264 w 495321"/>
                <a:gd name="connsiteY15" fmla="*/ 604009 h 609860"/>
                <a:gd name="connsiteX16" fmla="*/ 81250 w 495321"/>
                <a:gd name="connsiteY16" fmla="*/ 507244 h 609860"/>
                <a:gd name="connsiteX17" fmla="*/ 414092 w 495321"/>
                <a:gd name="connsiteY17" fmla="*/ 507244 h 609860"/>
                <a:gd name="connsiteX18" fmla="*/ 458078 w 495321"/>
                <a:gd name="connsiteY18" fmla="*/ 604009 h 609860"/>
                <a:gd name="connsiteX19" fmla="*/ 470542 w 495321"/>
                <a:gd name="connsiteY19" fmla="*/ 609120 h 609860"/>
                <a:gd name="connsiteX20" fmla="*/ 475653 w 495321"/>
                <a:gd name="connsiteY20" fmla="*/ 596657 h 609860"/>
                <a:gd name="connsiteX21" fmla="*/ 475414 w 495321"/>
                <a:gd name="connsiteY21" fmla="*/ 596132 h 609860"/>
                <a:gd name="connsiteX22" fmla="*/ 428513 w 495321"/>
                <a:gd name="connsiteY22" fmla="*/ 492957 h 609860"/>
                <a:gd name="connsiteX23" fmla="*/ 416928 w 495321"/>
                <a:gd name="connsiteY23" fmla="*/ 143066 h 609860"/>
                <a:gd name="connsiteX24" fmla="*/ 257196 w 495321"/>
                <a:gd name="connsiteY24" fmla="*/ 76438 h 609860"/>
                <a:gd name="connsiteX25" fmla="*/ 247671 w 495321"/>
                <a:gd name="connsiteY25" fmla="*/ 552450 h 609860"/>
                <a:gd name="connsiteX26" fmla="*/ 19071 w 495321"/>
                <a:gd name="connsiteY26" fmla="*/ 323850 h 609860"/>
                <a:gd name="connsiteX27" fmla="*/ 247671 w 495321"/>
                <a:gd name="connsiteY27" fmla="*/ 95250 h 609860"/>
                <a:gd name="connsiteX28" fmla="*/ 476271 w 495321"/>
                <a:gd name="connsiteY28" fmla="*/ 323850 h 609860"/>
                <a:gd name="connsiteX29" fmla="*/ 247671 w 495321"/>
                <a:gd name="connsiteY29" fmla="*/ 552450 h 60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95321" h="609860">
                  <a:moveTo>
                    <a:pt x="257196" y="76438"/>
                  </a:moveTo>
                  <a:lnTo>
                    <a:pt x="257196" y="19050"/>
                  </a:lnTo>
                  <a:lnTo>
                    <a:pt x="304821" y="19050"/>
                  </a:lnTo>
                  <a:cubicBezTo>
                    <a:pt x="310082" y="19050"/>
                    <a:pt x="314346" y="14786"/>
                    <a:pt x="314346" y="9525"/>
                  </a:cubicBezTo>
                  <a:cubicBezTo>
                    <a:pt x="314346" y="4264"/>
                    <a:pt x="310082" y="0"/>
                    <a:pt x="304821" y="0"/>
                  </a:cubicBezTo>
                  <a:lnTo>
                    <a:pt x="190521" y="0"/>
                  </a:lnTo>
                  <a:cubicBezTo>
                    <a:pt x="185260" y="0"/>
                    <a:pt x="180996" y="4264"/>
                    <a:pt x="180996" y="9525"/>
                  </a:cubicBezTo>
                  <a:cubicBezTo>
                    <a:pt x="180996" y="14786"/>
                    <a:pt x="185260" y="19050"/>
                    <a:pt x="190521" y="19050"/>
                  </a:cubicBezTo>
                  <a:lnTo>
                    <a:pt x="238146" y="19050"/>
                  </a:lnTo>
                  <a:lnTo>
                    <a:pt x="238146" y="76438"/>
                  </a:lnTo>
                  <a:cubicBezTo>
                    <a:pt x="101529" y="81631"/>
                    <a:pt x="-5011" y="196590"/>
                    <a:pt x="182" y="333207"/>
                  </a:cubicBezTo>
                  <a:cubicBezTo>
                    <a:pt x="2444" y="392740"/>
                    <a:pt x="26101" y="449459"/>
                    <a:pt x="66810" y="492957"/>
                  </a:cubicBezTo>
                  <a:lnTo>
                    <a:pt x="19928" y="596132"/>
                  </a:lnTo>
                  <a:cubicBezTo>
                    <a:pt x="17608" y="600853"/>
                    <a:pt x="19554" y="606561"/>
                    <a:pt x="24276" y="608881"/>
                  </a:cubicBezTo>
                  <a:cubicBezTo>
                    <a:pt x="28996" y="611201"/>
                    <a:pt x="34704" y="609255"/>
                    <a:pt x="37025" y="604535"/>
                  </a:cubicBezTo>
                  <a:cubicBezTo>
                    <a:pt x="37110" y="604361"/>
                    <a:pt x="37190" y="604186"/>
                    <a:pt x="37264" y="604009"/>
                  </a:cubicBezTo>
                  <a:lnTo>
                    <a:pt x="81250" y="507244"/>
                  </a:lnTo>
                  <a:cubicBezTo>
                    <a:pt x="175659" y="592914"/>
                    <a:pt x="319683" y="592914"/>
                    <a:pt x="414092" y="507244"/>
                  </a:cubicBezTo>
                  <a:lnTo>
                    <a:pt x="458078" y="604009"/>
                  </a:lnTo>
                  <a:cubicBezTo>
                    <a:pt x="460108" y="608862"/>
                    <a:pt x="465689" y="611151"/>
                    <a:pt x="470542" y="609120"/>
                  </a:cubicBezTo>
                  <a:cubicBezTo>
                    <a:pt x="475395" y="607090"/>
                    <a:pt x="477683" y="601510"/>
                    <a:pt x="475653" y="596657"/>
                  </a:cubicBezTo>
                  <a:cubicBezTo>
                    <a:pt x="475579" y="596479"/>
                    <a:pt x="475499" y="596304"/>
                    <a:pt x="475414" y="596132"/>
                  </a:cubicBezTo>
                  <a:lnTo>
                    <a:pt x="428513" y="492957"/>
                  </a:lnTo>
                  <a:cubicBezTo>
                    <a:pt x="521933" y="393139"/>
                    <a:pt x="516747" y="236488"/>
                    <a:pt x="416928" y="143066"/>
                  </a:cubicBezTo>
                  <a:cubicBezTo>
                    <a:pt x="373435" y="102361"/>
                    <a:pt x="316723" y="78705"/>
                    <a:pt x="257196" y="76438"/>
                  </a:cubicBezTo>
                  <a:close/>
                  <a:moveTo>
                    <a:pt x="247671" y="552450"/>
                  </a:moveTo>
                  <a:cubicBezTo>
                    <a:pt x="121419" y="552450"/>
                    <a:pt x="19071" y="450102"/>
                    <a:pt x="19071" y="323850"/>
                  </a:cubicBezTo>
                  <a:cubicBezTo>
                    <a:pt x="19071" y="197598"/>
                    <a:pt x="121419" y="95250"/>
                    <a:pt x="247671" y="95250"/>
                  </a:cubicBezTo>
                  <a:cubicBezTo>
                    <a:pt x="373923" y="95250"/>
                    <a:pt x="476271" y="197598"/>
                    <a:pt x="476271" y="323850"/>
                  </a:cubicBezTo>
                  <a:cubicBezTo>
                    <a:pt x="476129" y="450044"/>
                    <a:pt x="373865" y="552308"/>
                    <a:pt x="247671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5" name="Graphic 57" descr="Daily calendar outline">
            <a:extLst>
              <a:ext uri="{FF2B5EF4-FFF2-40B4-BE49-F238E27FC236}">
                <a16:creationId xmlns:a16="http://schemas.microsoft.com/office/drawing/2014/main" id="{D6C0BEDA-CFDF-1EC3-054F-833A707F7C56}"/>
              </a:ext>
            </a:extLst>
          </p:cNvPr>
          <p:cNvGrpSpPr/>
          <p:nvPr/>
        </p:nvGrpSpPr>
        <p:grpSpPr>
          <a:xfrm>
            <a:off x="10968596" y="4006877"/>
            <a:ext cx="541706" cy="426845"/>
            <a:chOff x="7063900" y="1482266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EE8676B-C44F-7CF2-AAC4-37BA3422E481}"/>
                </a:ext>
              </a:extLst>
            </p:cNvPr>
            <p:cNvSpPr/>
            <p:nvPr/>
          </p:nvSpPr>
          <p:spPr>
            <a:xfrm>
              <a:off x="7063900" y="1482266"/>
              <a:ext cx="647700" cy="647700"/>
            </a:xfrm>
            <a:custGeom>
              <a:avLst/>
              <a:gdLst>
                <a:gd name="connsiteX0" fmla="*/ 514350 w 647700"/>
                <a:gd name="connsiteY0" fmla="*/ 57150 h 647700"/>
                <a:gd name="connsiteX1" fmla="*/ 514350 w 647700"/>
                <a:gd name="connsiteY1" fmla="*/ 9525 h 647700"/>
                <a:gd name="connsiteX2" fmla="*/ 504825 w 647700"/>
                <a:gd name="connsiteY2" fmla="*/ 0 h 647700"/>
                <a:gd name="connsiteX3" fmla="*/ 495300 w 647700"/>
                <a:gd name="connsiteY3" fmla="*/ 9525 h 647700"/>
                <a:gd name="connsiteX4" fmla="*/ 495300 w 647700"/>
                <a:gd name="connsiteY4" fmla="*/ 57150 h 647700"/>
                <a:gd name="connsiteX5" fmla="*/ 152400 w 647700"/>
                <a:gd name="connsiteY5" fmla="*/ 57150 h 647700"/>
                <a:gd name="connsiteX6" fmla="*/ 152400 w 647700"/>
                <a:gd name="connsiteY6" fmla="*/ 9525 h 647700"/>
                <a:gd name="connsiteX7" fmla="*/ 142875 w 647700"/>
                <a:gd name="connsiteY7" fmla="*/ 0 h 647700"/>
                <a:gd name="connsiteX8" fmla="*/ 133350 w 647700"/>
                <a:gd name="connsiteY8" fmla="*/ 9525 h 647700"/>
                <a:gd name="connsiteX9" fmla="*/ 133350 w 647700"/>
                <a:gd name="connsiteY9" fmla="*/ 57150 h 647700"/>
                <a:gd name="connsiteX10" fmla="*/ 0 w 647700"/>
                <a:gd name="connsiteY10" fmla="*/ 57150 h 647700"/>
                <a:gd name="connsiteX11" fmla="*/ 0 w 647700"/>
                <a:gd name="connsiteY11" fmla="*/ 647700 h 647700"/>
                <a:gd name="connsiteX12" fmla="*/ 647700 w 647700"/>
                <a:gd name="connsiteY12" fmla="*/ 647700 h 647700"/>
                <a:gd name="connsiteX13" fmla="*/ 647700 w 647700"/>
                <a:gd name="connsiteY13" fmla="*/ 57150 h 647700"/>
                <a:gd name="connsiteX14" fmla="*/ 628650 w 647700"/>
                <a:gd name="connsiteY14" fmla="*/ 628650 h 647700"/>
                <a:gd name="connsiteX15" fmla="*/ 19050 w 647700"/>
                <a:gd name="connsiteY15" fmla="*/ 628650 h 647700"/>
                <a:gd name="connsiteX16" fmla="*/ 19050 w 647700"/>
                <a:gd name="connsiteY16" fmla="*/ 209550 h 647700"/>
                <a:gd name="connsiteX17" fmla="*/ 628650 w 647700"/>
                <a:gd name="connsiteY17" fmla="*/ 209550 h 647700"/>
                <a:gd name="connsiteX18" fmla="*/ 19050 w 647700"/>
                <a:gd name="connsiteY18" fmla="*/ 190500 h 647700"/>
                <a:gd name="connsiteX19" fmla="*/ 19050 w 647700"/>
                <a:gd name="connsiteY19" fmla="*/ 76200 h 647700"/>
                <a:gd name="connsiteX20" fmla="*/ 133350 w 647700"/>
                <a:gd name="connsiteY20" fmla="*/ 76200 h 647700"/>
                <a:gd name="connsiteX21" fmla="*/ 133350 w 647700"/>
                <a:gd name="connsiteY21" fmla="*/ 114300 h 647700"/>
                <a:gd name="connsiteX22" fmla="*/ 142875 w 647700"/>
                <a:gd name="connsiteY22" fmla="*/ 123825 h 647700"/>
                <a:gd name="connsiteX23" fmla="*/ 152400 w 647700"/>
                <a:gd name="connsiteY23" fmla="*/ 114300 h 647700"/>
                <a:gd name="connsiteX24" fmla="*/ 152400 w 647700"/>
                <a:gd name="connsiteY24" fmla="*/ 76200 h 647700"/>
                <a:gd name="connsiteX25" fmla="*/ 495300 w 647700"/>
                <a:gd name="connsiteY25" fmla="*/ 76200 h 647700"/>
                <a:gd name="connsiteX26" fmla="*/ 495300 w 647700"/>
                <a:gd name="connsiteY26" fmla="*/ 114300 h 647700"/>
                <a:gd name="connsiteX27" fmla="*/ 504825 w 647700"/>
                <a:gd name="connsiteY27" fmla="*/ 123825 h 647700"/>
                <a:gd name="connsiteX28" fmla="*/ 514350 w 647700"/>
                <a:gd name="connsiteY28" fmla="*/ 114300 h 647700"/>
                <a:gd name="connsiteX29" fmla="*/ 514350 w 647700"/>
                <a:gd name="connsiteY29" fmla="*/ 76200 h 647700"/>
                <a:gd name="connsiteX30" fmla="*/ 628650 w 647700"/>
                <a:gd name="connsiteY30" fmla="*/ 76200 h 647700"/>
                <a:gd name="connsiteX31" fmla="*/ 628650 w 647700"/>
                <a:gd name="connsiteY31" fmla="*/ 1905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47700" h="647700">
                  <a:moveTo>
                    <a:pt x="514350" y="57150"/>
                  </a:moveTo>
                  <a:lnTo>
                    <a:pt x="514350" y="9525"/>
                  </a:lnTo>
                  <a:cubicBezTo>
                    <a:pt x="514350" y="4264"/>
                    <a:pt x="510086" y="0"/>
                    <a:pt x="504825" y="0"/>
                  </a:cubicBezTo>
                  <a:cubicBezTo>
                    <a:pt x="499564" y="0"/>
                    <a:pt x="495300" y="4264"/>
                    <a:pt x="495300" y="9525"/>
                  </a:cubicBezTo>
                  <a:lnTo>
                    <a:pt x="495300" y="57150"/>
                  </a:lnTo>
                  <a:lnTo>
                    <a:pt x="152400" y="57150"/>
                  </a:lnTo>
                  <a:lnTo>
                    <a:pt x="152400" y="9525"/>
                  </a:lnTo>
                  <a:cubicBezTo>
                    <a:pt x="152400" y="4264"/>
                    <a:pt x="148136" y="0"/>
                    <a:pt x="142875" y="0"/>
                  </a:cubicBezTo>
                  <a:cubicBezTo>
                    <a:pt x="137614" y="0"/>
                    <a:pt x="133350" y="4264"/>
                    <a:pt x="133350" y="9525"/>
                  </a:cubicBezTo>
                  <a:lnTo>
                    <a:pt x="133350" y="57150"/>
                  </a:lnTo>
                  <a:lnTo>
                    <a:pt x="0" y="57150"/>
                  </a:lnTo>
                  <a:lnTo>
                    <a:pt x="0" y="647700"/>
                  </a:lnTo>
                  <a:lnTo>
                    <a:pt x="647700" y="647700"/>
                  </a:lnTo>
                  <a:lnTo>
                    <a:pt x="647700" y="57150"/>
                  </a:lnTo>
                  <a:close/>
                  <a:moveTo>
                    <a:pt x="628650" y="628650"/>
                  </a:moveTo>
                  <a:lnTo>
                    <a:pt x="19050" y="628650"/>
                  </a:lnTo>
                  <a:lnTo>
                    <a:pt x="19050" y="209550"/>
                  </a:lnTo>
                  <a:lnTo>
                    <a:pt x="628650" y="209550"/>
                  </a:lnTo>
                  <a:close/>
                  <a:moveTo>
                    <a:pt x="19050" y="190500"/>
                  </a:moveTo>
                  <a:lnTo>
                    <a:pt x="19050" y="76200"/>
                  </a:lnTo>
                  <a:lnTo>
                    <a:pt x="133350" y="76200"/>
                  </a:lnTo>
                  <a:lnTo>
                    <a:pt x="133350" y="114300"/>
                  </a:lnTo>
                  <a:cubicBezTo>
                    <a:pt x="133350" y="119561"/>
                    <a:pt x="137614" y="123825"/>
                    <a:pt x="142875" y="123825"/>
                  </a:cubicBezTo>
                  <a:cubicBezTo>
                    <a:pt x="148136" y="123825"/>
                    <a:pt x="152400" y="119561"/>
                    <a:pt x="152400" y="114300"/>
                  </a:cubicBezTo>
                  <a:lnTo>
                    <a:pt x="152400" y="76200"/>
                  </a:lnTo>
                  <a:lnTo>
                    <a:pt x="495300" y="76200"/>
                  </a:lnTo>
                  <a:lnTo>
                    <a:pt x="495300" y="114300"/>
                  </a:lnTo>
                  <a:cubicBezTo>
                    <a:pt x="495300" y="119561"/>
                    <a:pt x="499564" y="123825"/>
                    <a:pt x="504825" y="123825"/>
                  </a:cubicBezTo>
                  <a:cubicBezTo>
                    <a:pt x="510086" y="123825"/>
                    <a:pt x="514350" y="119561"/>
                    <a:pt x="514350" y="114300"/>
                  </a:cubicBezTo>
                  <a:lnTo>
                    <a:pt x="514350" y="76200"/>
                  </a:lnTo>
                  <a:lnTo>
                    <a:pt x="628650" y="76200"/>
                  </a:lnTo>
                  <a:lnTo>
                    <a:pt x="628650" y="190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FB5D897-4F85-B703-E96E-95D5678529D8}"/>
                </a:ext>
              </a:extLst>
            </p:cNvPr>
            <p:cNvSpPr/>
            <p:nvPr/>
          </p:nvSpPr>
          <p:spPr>
            <a:xfrm>
              <a:off x="7140100" y="1748966"/>
              <a:ext cx="495300" cy="304800"/>
            </a:xfrm>
            <a:custGeom>
              <a:avLst/>
              <a:gdLst>
                <a:gd name="connsiteX0" fmla="*/ 180975 w 495300"/>
                <a:gd name="connsiteY0" fmla="*/ 304800 h 304800"/>
                <a:gd name="connsiteX1" fmla="*/ 495300 w 495300"/>
                <a:gd name="connsiteY1" fmla="*/ 304800 h 304800"/>
                <a:gd name="connsiteX2" fmla="*/ 495300 w 495300"/>
                <a:gd name="connsiteY2" fmla="*/ 0 h 304800"/>
                <a:gd name="connsiteX3" fmla="*/ 0 w 495300"/>
                <a:gd name="connsiteY3" fmla="*/ 0 h 304800"/>
                <a:gd name="connsiteX4" fmla="*/ 0 w 495300"/>
                <a:gd name="connsiteY4" fmla="*/ 304800 h 304800"/>
                <a:gd name="connsiteX5" fmla="*/ 180975 w 495300"/>
                <a:gd name="connsiteY5" fmla="*/ 304800 h 304800"/>
                <a:gd name="connsiteX6" fmla="*/ 180975 w 495300"/>
                <a:gd name="connsiteY6" fmla="*/ 285750 h 304800"/>
                <a:gd name="connsiteX7" fmla="*/ 180975 w 495300"/>
                <a:gd name="connsiteY7" fmla="*/ 209550 h 304800"/>
                <a:gd name="connsiteX8" fmla="*/ 314325 w 495300"/>
                <a:gd name="connsiteY8" fmla="*/ 209550 h 304800"/>
                <a:gd name="connsiteX9" fmla="*/ 314325 w 495300"/>
                <a:gd name="connsiteY9" fmla="*/ 285750 h 304800"/>
                <a:gd name="connsiteX10" fmla="*/ 180975 w 495300"/>
                <a:gd name="connsiteY10" fmla="*/ 114300 h 304800"/>
                <a:gd name="connsiteX11" fmla="*/ 314325 w 495300"/>
                <a:gd name="connsiteY11" fmla="*/ 114300 h 304800"/>
                <a:gd name="connsiteX12" fmla="*/ 314325 w 495300"/>
                <a:gd name="connsiteY12" fmla="*/ 190500 h 304800"/>
                <a:gd name="connsiteX13" fmla="*/ 180975 w 495300"/>
                <a:gd name="connsiteY13" fmla="*/ 190500 h 304800"/>
                <a:gd name="connsiteX14" fmla="*/ 161925 w 495300"/>
                <a:gd name="connsiteY14" fmla="*/ 190500 h 304800"/>
                <a:gd name="connsiteX15" fmla="*/ 19050 w 495300"/>
                <a:gd name="connsiteY15" fmla="*/ 190500 h 304800"/>
                <a:gd name="connsiteX16" fmla="*/ 19050 w 495300"/>
                <a:gd name="connsiteY16" fmla="*/ 114300 h 304800"/>
                <a:gd name="connsiteX17" fmla="*/ 161925 w 495300"/>
                <a:gd name="connsiteY17" fmla="*/ 114300 h 304800"/>
                <a:gd name="connsiteX18" fmla="*/ 333375 w 495300"/>
                <a:gd name="connsiteY18" fmla="*/ 114300 h 304800"/>
                <a:gd name="connsiteX19" fmla="*/ 476250 w 495300"/>
                <a:gd name="connsiteY19" fmla="*/ 114300 h 304800"/>
                <a:gd name="connsiteX20" fmla="*/ 476250 w 495300"/>
                <a:gd name="connsiteY20" fmla="*/ 190500 h 304800"/>
                <a:gd name="connsiteX21" fmla="*/ 333375 w 495300"/>
                <a:gd name="connsiteY21" fmla="*/ 190500 h 304800"/>
                <a:gd name="connsiteX22" fmla="*/ 333375 w 495300"/>
                <a:gd name="connsiteY22" fmla="*/ 285750 h 304800"/>
                <a:gd name="connsiteX23" fmla="*/ 333375 w 495300"/>
                <a:gd name="connsiteY23" fmla="*/ 209550 h 304800"/>
                <a:gd name="connsiteX24" fmla="*/ 476250 w 495300"/>
                <a:gd name="connsiteY24" fmla="*/ 209550 h 304800"/>
                <a:gd name="connsiteX25" fmla="*/ 476250 w 495300"/>
                <a:gd name="connsiteY25" fmla="*/ 285750 h 304800"/>
                <a:gd name="connsiteX26" fmla="*/ 476250 w 495300"/>
                <a:gd name="connsiteY26" fmla="*/ 19050 h 304800"/>
                <a:gd name="connsiteX27" fmla="*/ 476250 w 495300"/>
                <a:gd name="connsiteY27" fmla="*/ 95250 h 304800"/>
                <a:gd name="connsiteX28" fmla="*/ 333375 w 495300"/>
                <a:gd name="connsiteY28" fmla="*/ 95250 h 304800"/>
                <a:gd name="connsiteX29" fmla="*/ 333375 w 495300"/>
                <a:gd name="connsiteY29" fmla="*/ 19050 h 304800"/>
                <a:gd name="connsiteX30" fmla="*/ 314325 w 495300"/>
                <a:gd name="connsiteY30" fmla="*/ 19050 h 304800"/>
                <a:gd name="connsiteX31" fmla="*/ 314325 w 495300"/>
                <a:gd name="connsiteY31" fmla="*/ 95250 h 304800"/>
                <a:gd name="connsiteX32" fmla="*/ 180975 w 495300"/>
                <a:gd name="connsiteY32" fmla="*/ 95250 h 304800"/>
                <a:gd name="connsiteX33" fmla="*/ 180975 w 495300"/>
                <a:gd name="connsiteY33" fmla="*/ 19050 h 304800"/>
                <a:gd name="connsiteX34" fmla="*/ 161925 w 495300"/>
                <a:gd name="connsiteY34" fmla="*/ 19050 h 304800"/>
                <a:gd name="connsiteX35" fmla="*/ 161925 w 495300"/>
                <a:gd name="connsiteY35" fmla="*/ 95250 h 304800"/>
                <a:gd name="connsiteX36" fmla="*/ 19050 w 495300"/>
                <a:gd name="connsiteY36" fmla="*/ 95250 h 304800"/>
                <a:gd name="connsiteX37" fmla="*/ 19050 w 495300"/>
                <a:gd name="connsiteY37" fmla="*/ 19050 h 304800"/>
                <a:gd name="connsiteX38" fmla="*/ 19050 w 495300"/>
                <a:gd name="connsiteY38" fmla="*/ 285750 h 304800"/>
                <a:gd name="connsiteX39" fmla="*/ 19050 w 495300"/>
                <a:gd name="connsiteY39" fmla="*/ 209550 h 304800"/>
                <a:gd name="connsiteX40" fmla="*/ 161925 w 495300"/>
                <a:gd name="connsiteY40" fmla="*/ 209550 h 304800"/>
                <a:gd name="connsiteX41" fmla="*/ 161925 w 495300"/>
                <a:gd name="connsiteY41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5300" h="304800">
                  <a:moveTo>
                    <a:pt x="180975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80975" y="304800"/>
                  </a:lnTo>
                  <a:close/>
                  <a:moveTo>
                    <a:pt x="180975" y="285750"/>
                  </a:moveTo>
                  <a:lnTo>
                    <a:pt x="180975" y="209550"/>
                  </a:lnTo>
                  <a:lnTo>
                    <a:pt x="314325" y="209550"/>
                  </a:lnTo>
                  <a:lnTo>
                    <a:pt x="314325" y="285750"/>
                  </a:lnTo>
                  <a:close/>
                  <a:moveTo>
                    <a:pt x="180975" y="114300"/>
                  </a:moveTo>
                  <a:lnTo>
                    <a:pt x="314325" y="114300"/>
                  </a:lnTo>
                  <a:lnTo>
                    <a:pt x="314325" y="190500"/>
                  </a:lnTo>
                  <a:lnTo>
                    <a:pt x="180975" y="190500"/>
                  </a:lnTo>
                  <a:close/>
                  <a:moveTo>
                    <a:pt x="161925" y="190500"/>
                  </a:moveTo>
                  <a:lnTo>
                    <a:pt x="19050" y="190500"/>
                  </a:lnTo>
                  <a:lnTo>
                    <a:pt x="19050" y="114300"/>
                  </a:lnTo>
                  <a:lnTo>
                    <a:pt x="161925" y="114300"/>
                  </a:lnTo>
                  <a:close/>
                  <a:moveTo>
                    <a:pt x="333375" y="114300"/>
                  </a:moveTo>
                  <a:lnTo>
                    <a:pt x="476250" y="114300"/>
                  </a:lnTo>
                  <a:lnTo>
                    <a:pt x="476250" y="190500"/>
                  </a:lnTo>
                  <a:lnTo>
                    <a:pt x="333375" y="190500"/>
                  </a:lnTo>
                  <a:close/>
                  <a:moveTo>
                    <a:pt x="333375" y="285750"/>
                  </a:moveTo>
                  <a:lnTo>
                    <a:pt x="333375" y="209550"/>
                  </a:lnTo>
                  <a:lnTo>
                    <a:pt x="476250" y="209550"/>
                  </a:lnTo>
                  <a:lnTo>
                    <a:pt x="476250" y="285750"/>
                  </a:lnTo>
                  <a:close/>
                  <a:moveTo>
                    <a:pt x="476250" y="19050"/>
                  </a:moveTo>
                  <a:lnTo>
                    <a:pt x="476250" y="95250"/>
                  </a:lnTo>
                  <a:lnTo>
                    <a:pt x="333375" y="95250"/>
                  </a:lnTo>
                  <a:lnTo>
                    <a:pt x="333375" y="19050"/>
                  </a:lnTo>
                  <a:close/>
                  <a:moveTo>
                    <a:pt x="314325" y="19050"/>
                  </a:moveTo>
                  <a:lnTo>
                    <a:pt x="314325" y="95250"/>
                  </a:lnTo>
                  <a:lnTo>
                    <a:pt x="180975" y="95250"/>
                  </a:lnTo>
                  <a:lnTo>
                    <a:pt x="180975" y="19050"/>
                  </a:lnTo>
                  <a:close/>
                  <a:moveTo>
                    <a:pt x="161925" y="19050"/>
                  </a:moveTo>
                  <a:lnTo>
                    <a:pt x="161925" y="95250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  <a:moveTo>
                    <a:pt x="19050" y="285750"/>
                  </a:moveTo>
                  <a:lnTo>
                    <a:pt x="19050" y="209550"/>
                  </a:lnTo>
                  <a:lnTo>
                    <a:pt x="161925" y="209550"/>
                  </a:lnTo>
                  <a:lnTo>
                    <a:pt x="161925" y="2857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8" name="Graphic 55" descr="Bar graph with downward trend outline">
            <a:extLst>
              <a:ext uri="{FF2B5EF4-FFF2-40B4-BE49-F238E27FC236}">
                <a16:creationId xmlns:a16="http://schemas.microsoft.com/office/drawing/2014/main" id="{8E9753A1-7BFD-96B1-E116-918D93F28E66}"/>
              </a:ext>
            </a:extLst>
          </p:cNvPr>
          <p:cNvGrpSpPr/>
          <p:nvPr/>
        </p:nvGrpSpPr>
        <p:grpSpPr>
          <a:xfrm>
            <a:off x="267381" y="1042236"/>
            <a:ext cx="504490" cy="511769"/>
            <a:chOff x="6904375" y="1341791"/>
            <a:chExt cx="647700" cy="647700"/>
          </a:xfrm>
          <a:solidFill>
            <a:schemeClr val="bg1">
              <a:lumMod val="95000"/>
            </a:schemeClr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7A1F996-BAF5-64C8-928E-5F38F5AAEEB0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BB8D56E-CA68-C2F9-48F2-7C9804F07487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3D91657-5C17-387E-7E43-DB704E71DFB8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E31103E-C06B-52A9-45F9-88C7AC9225D9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925816C-FDD2-5325-2BE4-747F0060A3ED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78699FF-E74E-1A77-4D7D-1A3872F37AB0}"/>
              </a:ext>
            </a:extLst>
          </p:cNvPr>
          <p:cNvSpPr txBox="1"/>
          <p:nvPr/>
        </p:nvSpPr>
        <p:spPr>
          <a:xfrm>
            <a:off x="1068554" y="2068059"/>
            <a:ext cx="6614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>
                    <a:lumMod val="95000"/>
                  </a:schemeClr>
                </a:solidFill>
              </a:rPr>
              <a:t>How to Decrease Churn Rate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326CCB-D4BA-2722-9048-093A5CB0FBFC}"/>
              </a:ext>
            </a:extLst>
          </p:cNvPr>
          <p:cNvSpPr txBox="1"/>
          <p:nvPr/>
        </p:nvSpPr>
        <p:spPr>
          <a:xfrm>
            <a:off x="469060" y="3017467"/>
            <a:ext cx="6614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Prioritizing customer’s satisfaction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60A392-260D-7E95-446D-7476D214FA97}"/>
              </a:ext>
            </a:extLst>
          </p:cNvPr>
          <p:cNvSpPr txBox="1"/>
          <p:nvPr/>
        </p:nvSpPr>
        <p:spPr>
          <a:xfrm>
            <a:off x="469060" y="3801831"/>
            <a:ext cx="6614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Enhancing customer support service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D51350-BF57-121C-C33D-83312226201C}"/>
              </a:ext>
            </a:extLst>
          </p:cNvPr>
          <p:cNvSpPr txBox="1"/>
          <p:nvPr/>
        </p:nvSpPr>
        <p:spPr>
          <a:xfrm>
            <a:off x="469060" y="4633976"/>
            <a:ext cx="6614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Meeting up with customer’s demands.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87ABFA-C82A-9B62-B5BF-9F83BDE58311}"/>
              </a:ext>
            </a:extLst>
          </p:cNvPr>
          <p:cNvSpPr/>
          <p:nvPr/>
        </p:nvSpPr>
        <p:spPr>
          <a:xfrm>
            <a:off x="913467" y="2614388"/>
            <a:ext cx="4497983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75938-579E-674B-4C5F-C16A26902A70}"/>
              </a:ext>
            </a:extLst>
          </p:cNvPr>
          <p:cNvSpPr txBox="1"/>
          <p:nvPr/>
        </p:nvSpPr>
        <p:spPr>
          <a:xfrm>
            <a:off x="771648" y="5794628"/>
            <a:ext cx="7301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Analysis of customers complaints and cancellations reasons was conducted</a:t>
            </a:r>
            <a:endParaRPr lang="en-GB" sz="1600" b="1" dirty="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98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3BF6A-FE92-056B-A08C-2442271A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8704F7-A79A-F25A-1337-67BCF61ABA42}"/>
              </a:ext>
            </a:extLst>
          </p:cNvPr>
          <p:cNvSpPr/>
          <p:nvPr/>
        </p:nvSpPr>
        <p:spPr>
          <a:xfrm>
            <a:off x="6780551" y="427703"/>
            <a:ext cx="5411449" cy="3410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FDB9906-0AE7-2D6D-3C73-3FE3A571CFDA}"/>
              </a:ext>
            </a:extLst>
          </p:cNvPr>
          <p:cNvSpPr/>
          <p:nvPr/>
        </p:nvSpPr>
        <p:spPr>
          <a:xfrm>
            <a:off x="6780550" y="3644278"/>
            <a:ext cx="5411449" cy="2816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5948871-6900-479C-0AD2-959A6C807DA8}"/>
              </a:ext>
            </a:extLst>
          </p:cNvPr>
          <p:cNvSpPr/>
          <p:nvPr/>
        </p:nvSpPr>
        <p:spPr>
          <a:xfrm>
            <a:off x="-3522" y="428073"/>
            <a:ext cx="8555971" cy="6033393"/>
          </a:xfrm>
          <a:custGeom>
            <a:avLst/>
            <a:gdLst>
              <a:gd name="connsiteX0" fmla="*/ 0 w 8555971"/>
              <a:gd name="connsiteY0" fmla="*/ 0 h 3477719"/>
              <a:gd name="connsiteX1" fmla="*/ 8432733 w 8555971"/>
              <a:gd name="connsiteY1" fmla="*/ 0 h 3477719"/>
              <a:gd name="connsiteX2" fmla="*/ 8046617 w 8555971"/>
              <a:gd name="connsiteY2" fmla="*/ 1666023 h 3477719"/>
              <a:gd name="connsiteX3" fmla="*/ 8046263 w 8555971"/>
              <a:gd name="connsiteY3" fmla="*/ 1666928 h 3477719"/>
              <a:gd name="connsiteX4" fmla="*/ 8046395 w 8555971"/>
              <a:gd name="connsiteY4" fmla="*/ 1666980 h 3477719"/>
              <a:gd name="connsiteX5" fmla="*/ 8046264 w 8555971"/>
              <a:gd name="connsiteY5" fmla="*/ 1667543 h 3477719"/>
              <a:gd name="connsiteX6" fmla="*/ 8050141 w 8555971"/>
              <a:gd name="connsiteY6" fmla="*/ 1668442 h 3477719"/>
              <a:gd name="connsiteX7" fmla="*/ 8555971 w 8555971"/>
              <a:gd name="connsiteY7" fmla="*/ 1865864 h 3477719"/>
              <a:gd name="connsiteX8" fmla="*/ 8182409 w 8555971"/>
              <a:gd name="connsiteY8" fmla="*/ 3477719 h 3477719"/>
              <a:gd name="connsiteX9" fmla="*/ 0 w 8555971"/>
              <a:gd name="connsiteY9" fmla="*/ 3477719 h 3477719"/>
              <a:gd name="connsiteX10" fmla="*/ 0 w 8555971"/>
              <a:gd name="connsiteY10" fmla="*/ 0 h 34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55971" h="3477719">
                <a:moveTo>
                  <a:pt x="0" y="0"/>
                </a:moveTo>
                <a:lnTo>
                  <a:pt x="8432733" y="0"/>
                </a:lnTo>
                <a:lnTo>
                  <a:pt x="8046617" y="1666023"/>
                </a:lnTo>
                <a:lnTo>
                  <a:pt x="8046263" y="1666928"/>
                </a:lnTo>
                <a:lnTo>
                  <a:pt x="8046395" y="1666980"/>
                </a:lnTo>
                <a:lnTo>
                  <a:pt x="8046264" y="1667543"/>
                </a:lnTo>
                <a:lnTo>
                  <a:pt x="8050141" y="1668442"/>
                </a:lnTo>
                <a:lnTo>
                  <a:pt x="8555971" y="1865864"/>
                </a:lnTo>
                <a:lnTo>
                  <a:pt x="8182409" y="3477719"/>
                </a:lnTo>
                <a:lnTo>
                  <a:pt x="0" y="347771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grpSp>
        <p:nvGrpSpPr>
          <p:cNvPr id="12" name="Graphic 51" descr="Comment Important outline">
            <a:extLst>
              <a:ext uri="{FF2B5EF4-FFF2-40B4-BE49-F238E27FC236}">
                <a16:creationId xmlns:a16="http://schemas.microsoft.com/office/drawing/2014/main" id="{DC8A600E-48A7-6582-25DD-B1DF6D6C3146}"/>
              </a:ext>
            </a:extLst>
          </p:cNvPr>
          <p:cNvGrpSpPr/>
          <p:nvPr/>
        </p:nvGrpSpPr>
        <p:grpSpPr>
          <a:xfrm>
            <a:off x="10026650" y="2609011"/>
            <a:ext cx="642266" cy="411843"/>
            <a:chOff x="6613898" y="1060888"/>
            <a:chExt cx="647703" cy="590664"/>
          </a:xfrm>
          <a:solidFill>
            <a:schemeClr val="bg1">
              <a:lumMod val="7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B8A251-6EAC-17D3-2B75-FB3A9EFA6BAB}"/>
                </a:ext>
              </a:extLst>
            </p:cNvPr>
            <p:cNvSpPr/>
            <p:nvPr/>
          </p:nvSpPr>
          <p:spPr>
            <a:xfrm>
              <a:off x="6613898" y="1060888"/>
              <a:ext cx="647703" cy="590664"/>
            </a:xfrm>
            <a:custGeom>
              <a:avLst/>
              <a:gdLst>
                <a:gd name="connsiteX0" fmla="*/ 615316 w 647703"/>
                <a:gd name="connsiteY0" fmla="*/ 0 h 590664"/>
                <a:gd name="connsiteX1" fmla="*/ 32386 w 647703"/>
                <a:gd name="connsiteY1" fmla="*/ 0 h 590664"/>
                <a:gd name="connsiteX2" fmla="*/ 1 w 647703"/>
                <a:gd name="connsiteY2" fmla="*/ 32385 h 590664"/>
                <a:gd name="connsiteX3" fmla="*/ 1 w 647703"/>
                <a:gd name="connsiteY3" fmla="*/ 425882 h 590664"/>
                <a:gd name="connsiteX4" fmla="*/ 31851 w 647703"/>
                <a:gd name="connsiteY4" fmla="*/ 458267 h 590664"/>
                <a:gd name="connsiteX5" fmla="*/ 32386 w 647703"/>
                <a:gd name="connsiteY5" fmla="*/ 458267 h 590664"/>
                <a:gd name="connsiteX6" fmla="*/ 388621 w 647703"/>
                <a:gd name="connsiteY6" fmla="*/ 458267 h 590664"/>
                <a:gd name="connsiteX7" fmla="*/ 518161 w 647703"/>
                <a:gd name="connsiteY7" fmla="*/ 590664 h 590664"/>
                <a:gd name="connsiteX8" fmla="*/ 518161 w 647703"/>
                <a:gd name="connsiteY8" fmla="*/ 459219 h 590664"/>
                <a:gd name="connsiteX9" fmla="*/ 615316 w 647703"/>
                <a:gd name="connsiteY9" fmla="*/ 459219 h 590664"/>
                <a:gd name="connsiteX10" fmla="*/ 647701 w 647703"/>
                <a:gd name="connsiteY10" fmla="*/ 426834 h 590664"/>
                <a:gd name="connsiteX11" fmla="*/ 647701 w 647703"/>
                <a:gd name="connsiteY11" fmla="*/ 33347 h 590664"/>
                <a:gd name="connsiteX12" fmla="*/ 615316 w 647703"/>
                <a:gd name="connsiteY12" fmla="*/ 0 h 590664"/>
                <a:gd name="connsiteX13" fmla="*/ 628651 w 647703"/>
                <a:gd name="connsiteY13" fmla="*/ 426834 h 590664"/>
                <a:gd name="connsiteX14" fmla="*/ 615316 w 647703"/>
                <a:gd name="connsiteY14" fmla="*/ 440169 h 590664"/>
                <a:gd name="connsiteX15" fmla="*/ 499111 w 647703"/>
                <a:gd name="connsiteY15" fmla="*/ 440169 h 590664"/>
                <a:gd name="connsiteX16" fmla="*/ 499111 w 647703"/>
                <a:gd name="connsiteY16" fmla="*/ 543992 h 590664"/>
                <a:gd name="connsiteX17" fmla="*/ 402261 w 647703"/>
                <a:gd name="connsiteY17" fmla="*/ 444960 h 590664"/>
                <a:gd name="connsiteX18" fmla="*/ 396651 w 647703"/>
                <a:gd name="connsiteY18" fmla="*/ 439245 h 590664"/>
                <a:gd name="connsiteX19" fmla="*/ 32386 w 647703"/>
                <a:gd name="connsiteY19" fmla="*/ 439245 h 590664"/>
                <a:gd name="connsiteX20" fmla="*/ 19051 w 647703"/>
                <a:gd name="connsiteY20" fmla="*/ 426489 h 590664"/>
                <a:gd name="connsiteX21" fmla="*/ 19051 w 647703"/>
                <a:gd name="connsiteY21" fmla="*/ 425910 h 590664"/>
                <a:gd name="connsiteX22" fmla="*/ 19051 w 647703"/>
                <a:gd name="connsiteY22" fmla="*/ 32395 h 590664"/>
                <a:gd name="connsiteX23" fmla="*/ 32386 w 647703"/>
                <a:gd name="connsiteY23" fmla="*/ 19060 h 590664"/>
                <a:gd name="connsiteX24" fmla="*/ 615316 w 647703"/>
                <a:gd name="connsiteY24" fmla="*/ 19060 h 590664"/>
                <a:gd name="connsiteX25" fmla="*/ 628651 w 647703"/>
                <a:gd name="connsiteY25" fmla="*/ 33347 h 5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7703" h="590664">
                  <a:moveTo>
                    <a:pt x="615316" y="0"/>
                  </a:moveTo>
                  <a:lnTo>
                    <a:pt x="32386" y="0"/>
                  </a:lnTo>
                  <a:cubicBezTo>
                    <a:pt x="14578" y="186"/>
                    <a:pt x="187" y="14577"/>
                    <a:pt x="1" y="32385"/>
                  </a:cubicBezTo>
                  <a:lnTo>
                    <a:pt x="1" y="425882"/>
                  </a:lnTo>
                  <a:cubicBezTo>
                    <a:pt x="-147" y="443619"/>
                    <a:pt x="14112" y="458119"/>
                    <a:pt x="31851" y="458267"/>
                  </a:cubicBezTo>
                  <a:cubicBezTo>
                    <a:pt x="32029" y="458268"/>
                    <a:pt x="32208" y="458268"/>
                    <a:pt x="32386" y="458267"/>
                  </a:cubicBezTo>
                  <a:lnTo>
                    <a:pt x="388621" y="458267"/>
                  </a:lnTo>
                  <a:lnTo>
                    <a:pt x="518161" y="590664"/>
                  </a:lnTo>
                  <a:lnTo>
                    <a:pt x="518161" y="459219"/>
                  </a:lnTo>
                  <a:lnTo>
                    <a:pt x="615316" y="459219"/>
                  </a:lnTo>
                  <a:cubicBezTo>
                    <a:pt x="633124" y="459034"/>
                    <a:pt x="647515" y="444642"/>
                    <a:pt x="647701" y="426834"/>
                  </a:cubicBezTo>
                  <a:lnTo>
                    <a:pt x="647701" y="33347"/>
                  </a:lnTo>
                  <a:cubicBezTo>
                    <a:pt x="647929" y="15210"/>
                    <a:pt x="633452" y="303"/>
                    <a:pt x="615316" y="0"/>
                  </a:cubicBezTo>
                  <a:close/>
                  <a:moveTo>
                    <a:pt x="628651" y="426834"/>
                  </a:moveTo>
                  <a:cubicBezTo>
                    <a:pt x="628461" y="434119"/>
                    <a:pt x="622601" y="439979"/>
                    <a:pt x="615316" y="440169"/>
                  </a:cubicBezTo>
                  <a:lnTo>
                    <a:pt x="499111" y="440169"/>
                  </a:lnTo>
                  <a:lnTo>
                    <a:pt x="499111" y="543992"/>
                  </a:lnTo>
                  <a:lnTo>
                    <a:pt x="402261" y="444960"/>
                  </a:lnTo>
                  <a:lnTo>
                    <a:pt x="396651" y="439245"/>
                  </a:lnTo>
                  <a:lnTo>
                    <a:pt x="32386" y="439245"/>
                  </a:lnTo>
                  <a:cubicBezTo>
                    <a:pt x="25181" y="439405"/>
                    <a:pt x="19211" y="433693"/>
                    <a:pt x="19051" y="426489"/>
                  </a:cubicBezTo>
                  <a:cubicBezTo>
                    <a:pt x="19047" y="426295"/>
                    <a:pt x="19047" y="426103"/>
                    <a:pt x="19051" y="425910"/>
                  </a:cubicBezTo>
                  <a:lnTo>
                    <a:pt x="19051" y="32395"/>
                  </a:lnTo>
                  <a:cubicBezTo>
                    <a:pt x="19242" y="25110"/>
                    <a:pt x="25101" y="19250"/>
                    <a:pt x="32386" y="19060"/>
                  </a:cubicBezTo>
                  <a:lnTo>
                    <a:pt x="615316" y="19060"/>
                  </a:lnTo>
                  <a:cubicBezTo>
                    <a:pt x="622934" y="19344"/>
                    <a:pt x="628892" y="25728"/>
                    <a:pt x="628651" y="33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C0A34DE-FCBE-D8E2-19EA-8BCA532346A8}"/>
                </a:ext>
              </a:extLst>
            </p:cNvPr>
            <p:cNvSpPr/>
            <p:nvPr/>
          </p:nvSpPr>
          <p:spPr>
            <a:xfrm>
              <a:off x="6927043" y="1156091"/>
              <a:ext cx="21431" cy="200025"/>
            </a:xfrm>
            <a:custGeom>
              <a:avLst/>
              <a:gdLst>
                <a:gd name="connsiteX0" fmla="*/ 0 w 21431"/>
                <a:gd name="connsiteY0" fmla="*/ 0 h 200025"/>
                <a:gd name="connsiteX1" fmla="*/ 21431 w 21431"/>
                <a:gd name="connsiteY1" fmla="*/ 0 h 200025"/>
                <a:gd name="connsiteX2" fmla="*/ 21431 w 21431"/>
                <a:gd name="connsiteY2" fmla="*/ 200025 h 200025"/>
                <a:gd name="connsiteX3" fmla="*/ 0 w 21431"/>
                <a:gd name="connsiteY3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200025">
                  <a:moveTo>
                    <a:pt x="0" y="0"/>
                  </a:moveTo>
                  <a:lnTo>
                    <a:pt x="21431" y="0"/>
                  </a:lnTo>
                  <a:lnTo>
                    <a:pt x="21431" y="200025"/>
                  </a:lnTo>
                  <a:lnTo>
                    <a:pt x="0" y="200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8F8639-FBC3-51F5-E26E-8504B52C161F}"/>
                </a:ext>
              </a:extLst>
            </p:cNvPr>
            <p:cNvSpPr/>
            <p:nvPr/>
          </p:nvSpPr>
          <p:spPr>
            <a:xfrm>
              <a:off x="6918700" y="138707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" name="Graphic 47" descr="Envelope outline">
            <a:extLst>
              <a:ext uri="{FF2B5EF4-FFF2-40B4-BE49-F238E27FC236}">
                <a16:creationId xmlns:a16="http://schemas.microsoft.com/office/drawing/2014/main" id="{93D3BB48-D5C1-3C64-BC83-EDE8598A425E}"/>
              </a:ext>
            </a:extLst>
          </p:cNvPr>
          <p:cNvSpPr/>
          <p:nvPr/>
        </p:nvSpPr>
        <p:spPr>
          <a:xfrm>
            <a:off x="11046674" y="1391912"/>
            <a:ext cx="534213" cy="325767"/>
          </a:xfrm>
          <a:custGeom>
            <a:avLst/>
            <a:gdLst>
              <a:gd name="connsiteX0" fmla="*/ 0 w 723900"/>
              <a:gd name="connsiteY0" fmla="*/ 0 h 514350"/>
              <a:gd name="connsiteX1" fmla="*/ 0 w 723900"/>
              <a:gd name="connsiteY1" fmla="*/ 514350 h 514350"/>
              <a:gd name="connsiteX2" fmla="*/ 723900 w 723900"/>
              <a:gd name="connsiteY2" fmla="*/ 514350 h 514350"/>
              <a:gd name="connsiteX3" fmla="*/ 723900 w 723900"/>
              <a:gd name="connsiteY3" fmla="*/ 0 h 514350"/>
              <a:gd name="connsiteX4" fmla="*/ 382162 w 723900"/>
              <a:gd name="connsiteY4" fmla="*/ 328270 h 514350"/>
              <a:gd name="connsiteX5" fmla="*/ 341738 w 723900"/>
              <a:gd name="connsiteY5" fmla="*/ 328270 h 514350"/>
              <a:gd name="connsiteX6" fmla="*/ 32680 w 723900"/>
              <a:gd name="connsiteY6" fmla="*/ 19212 h 514350"/>
              <a:gd name="connsiteX7" fmla="*/ 32681 w 723900"/>
              <a:gd name="connsiteY7" fmla="*/ 19078 h 514350"/>
              <a:gd name="connsiteX8" fmla="*/ 32747 w 723900"/>
              <a:gd name="connsiteY8" fmla="*/ 19050 h 514350"/>
              <a:gd name="connsiteX9" fmla="*/ 691153 w 723900"/>
              <a:gd name="connsiteY9" fmla="*/ 19050 h 514350"/>
              <a:gd name="connsiteX10" fmla="*/ 691247 w 723900"/>
              <a:gd name="connsiteY10" fmla="*/ 19146 h 514350"/>
              <a:gd name="connsiteX11" fmla="*/ 691220 w 723900"/>
              <a:gd name="connsiteY11" fmla="*/ 19212 h 514350"/>
              <a:gd name="connsiteX12" fmla="*/ 243707 w 723900"/>
              <a:gd name="connsiteY12" fmla="*/ 257175 h 514350"/>
              <a:gd name="connsiteX13" fmla="*/ 19212 w 723900"/>
              <a:gd name="connsiteY13" fmla="*/ 481670 h 514350"/>
              <a:gd name="connsiteX14" fmla="*/ 19078 w 723900"/>
              <a:gd name="connsiteY14" fmla="*/ 481669 h 514350"/>
              <a:gd name="connsiteX15" fmla="*/ 19050 w 723900"/>
              <a:gd name="connsiteY15" fmla="*/ 481603 h 514350"/>
              <a:gd name="connsiteX16" fmla="*/ 19050 w 723900"/>
              <a:gd name="connsiteY16" fmla="*/ 32747 h 514350"/>
              <a:gd name="connsiteX17" fmla="*/ 19146 w 723900"/>
              <a:gd name="connsiteY17" fmla="*/ 32653 h 514350"/>
              <a:gd name="connsiteX18" fmla="*/ 19212 w 723900"/>
              <a:gd name="connsiteY18" fmla="*/ 32680 h 514350"/>
              <a:gd name="connsiteX19" fmla="*/ 257175 w 723900"/>
              <a:gd name="connsiteY19" fmla="*/ 270643 h 514350"/>
              <a:gd name="connsiteX20" fmla="*/ 328270 w 723900"/>
              <a:gd name="connsiteY20" fmla="*/ 341738 h 514350"/>
              <a:gd name="connsiteX21" fmla="*/ 395622 w 723900"/>
              <a:gd name="connsiteY21" fmla="*/ 341747 h 514350"/>
              <a:gd name="connsiteX22" fmla="*/ 395630 w 723900"/>
              <a:gd name="connsiteY22" fmla="*/ 341738 h 514350"/>
              <a:gd name="connsiteX23" fmla="*/ 466725 w 723900"/>
              <a:gd name="connsiteY23" fmla="*/ 270643 h 514350"/>
              <a:gd name="connsiteX24" fmla="*/ 691220 w 723900"/>
              <a:gd name="connsiteY24" fmla="*/ 495138 h 514350"/>
              <a:gd name="connsiteX25" fmla="*/ 691219 w 723900"/>
              <a:gd name="connsiteY25" fmla="*/ 495272 h 514350"/>
              <a:gd name="connsiteX26" fmla="*/ 691153 w 723900"/>
              <a:gd name="connsiteY26" fmla="*/ 495300 h 514350"/>
              <a:gd name="connsiteX27" fmla="*/ 32747 w 723900"/>
              <a:gd name="connsiteY27" fmla="*/ 495300 h 514350"/>
              <a:gd name="connsiteX28" fmla="*/ 32653 w 723900"/>
              <a:gd name="connsiteY28" fmla="*/ 495204 h 514350"/>
              <a:gd name="connsiteX29" fmla="*/ 32680 w 723900"/>
              <a:gd name="connsiteY29" fmla="*/ 495138 h 514350"/>
              <a:gd name="connsiteX30" fmla="*/ 480193 w 723900"/>
              <a:gd name="connsiteY30" fmla="*/ 257175 h 514350"/>
              <a:gd name="connsiteX31" fmla="*/ 704688 w 723900"/>
              <a:gd name="connsiteY31" fmla="*/ 32680 h 514350"/>
              <a:gd name="connsiteX32" fmla="*/ 704822 w 723900"/>
              <a:gd name="connsiteY32" fmla="*/ 32681 h 514350"/>
              <a:gd name="connsiteX33" fmla="*/ 704850 w 723900"/>
              <a:gd name="connsiteY33" fmla="*/ 32747 h 514350"/>
              <a:gd name="connsiteX34" fmla="*/ 704850 w 723900"/>
              <a:gd name="connsiteY34" fmla="*/ 481603 h 514350"/>
              <a:gd name="connsiteX35" fmla="*/ 704754 w 723900"/>
              <a:gd name="connsiteY35" fmla="*/ 481697 h 514350"/>
              <a:gd name="connsiteX36" fmla="*/ 704688 w 723900"/>
              <a:gd name="connsiteY36" fmla="*/ 48167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23900" h="514350">
                <a:moveTo>
                  <a:pt x="0" y="0"/>
                </a:moveTo>
                <a:lnTo>
                  <a:pt x="0" y="514350"/>
                </a:lnTo>
                <a:lnTo>
                  <a:pt x="723900" y="514350"/>
                </a:lnTo>
                <a:lnTo>
                  <a:pt x="723900" y="0"/>
                </a:lnTo>
                <a:close/>
                <a:moveTo>
                  <a:pt x="382162" y="328270"/>
                </a:moveTo>
                <a:cubicBezTo>
                  <a:pt x="370980" y="339385"/>
                  <a:pt x="352920" y="339385"/>
                  <a:pt x="341738" y="328270"/>
                </a:cubicBezTo>
                <a:lnTo>
                  <a:pt x="32680" y="19212"/>
                </a:lnTo>
                <a:cubicBezTo>
                  <a:pt x="32643" y="19175"/>
                  <a:pt x="32644" y="19114"/>
                  <a:pt x="32681" y="19078"/>
                </a:cubicBezTo>
                <a:cubicBezTo>
                  <a:pt x="32699" y="19060"/>
                  <a:pt x="32722" y="19050"/>
                  <a:pt x="32747" y="19050"/>
                </a:cubicBezTo>
                <a:lnTo>
                  <a:pt x="691153" y="19050"/>
                </a:lnTo>
                <a:cubicBezTo>
                  <a:pt x="691205" y="19051"/>
                  <a:pt x="691247" y="19094"/>
                  <a:pt x="691247" y="19146"/>
                </a:cubicBezTo>
                <a:cubicBezTo>
                  <a:pt x="691246" y="19171"/>
                  <a:pt x="691237" y="19195"/>
                  <a:pt x="691220" y="19212"/>
                </a:cubicBezTo>
                <a:close/>
                <a:moveTo>
                  <a:pt x="243707" y="257175"/>
                </a:moveTo>
                <a:lnTo>
                  <a:pt x="19212" y="481670"/>
                </a:lnTo>
                <a:cubicBezTo>
                  <a:pt x="19175" y="481707"/>
                  <a:pt x="19114" y="481706"/>
                  <a:pt x="19078" y="481669"/>
                </a:cubicBezTo>
                <a:cubicBezTo>
                  <a:pt x="19060" y="481651"/>
                  <a:pt x="19050" y="481628"/>
                  <a:pt x="19050" y="481603"/>
                </a:cubicBezTo>
                <a:lnTo>
                  <a:pt x="19050" y="32747"/>
                </a:lnTo>
                <a:cubicBezTo>
                  <a:pt x="19051" y="32695"/>
                  <a:pt x="19094" y="32653"/>
                  <a:pt x="19146" y="32653"/>
                </a:cubicBezTo>
                <a:cubicBezTo>
                  <a:pt x="19171" y="32654"/>
                  <a:pt x="19195" y="32663"/>
                  <a:pt x="19212" y="32680"/>
                </a:cubicBezTo>
                <a:close/>
                <a:moveTo>
                  <a:pt x="257175" y="270643"/>
                </a:moveTo>
                <a:lnTo>
                  <a:pt x="328270" y="341738"/>
                </a:lnTo>
                <a:cubicBezTo>
                  <a:pt x="346866" y="360339"/>
                  <a:pt x="377020" y="360343"/>
                  <a:pt x="395622" y="341747"/>
                </a:cubicBezTo>
                <a:cubicBezTo>
                  <a:pt x="395625" y="341744"/>
                  <a:pt x="395628" y="341741"/>
                  <a:pt x="395630" y="341738"/>
                </a:cubicBezTo>
                <a:lnTo>
                  <a:pt x="466725" y="270643"/>
                </a:lnTo>
                <a:lnTo>
                  <a:pt x="691220" y="495138"/>
                </a:lnTo>
                <a:cubicBezTo>
                  <a:pt x="691257" y="495175"/>
                  <a:pt x="691256" y="495236"/>
                  <a:pt x="691219" y="495272"/>
                </a:cubicBezTo>
                <a:cubicBezTo>
                  <a:pt x="691201" y="495290"/>
                  <a:pt x="691178" y="495300"/>
                  <a:pt x="691153" y="495300"/>
                </a:cubicBezTo>
                <a:lnTo>
                  <a:pt x="32747" y="495300"/>
                </a:lnTo>
                <a:cubicBezTo>
                  <a:pt x="32695" y="495299"/>
                  <a:pt x="32653" y="495256"/>
                  <a:pt x="32653" y="495204"/>
                </a:cubicBezTo>
                <a:cubicBezTo>
                  <a:pt x="32654" y="495179"/>
                  <a:pt x="32663" y="495155"/>
                  <a:pt x="32680" y="495138"/>
                </a:cubicBezTo>
                <a:close/>
                <a:moveTo>
                  <a:pt x="480193" y="257175"/>
                </a:moveTo>
                <a:lnTo>
                  <a:pt x="704688" y="32680"/>
                </a:lnTo>
                <a:cubicBezTo>
                  <a:pt x="704725" y="32643"/>
                  <a:pt x="704786" y="32644"/>
                  <a:pt x="704822" y="32681"/>
                </a:cubicBezTo>
                <a:cubicBezTo>
                  <a:pt x="704840" y="32699"/>
                  <a:pt x="704850" y="32722"/>
                  <a:pt x="704850" y="32747"/>
                </a:cubicBezTo>
                <a:lnTo>
                  <a:pt x="704850" y="481603"/>
                </a:lnTo>
                <a:cubicBezTo>
                  <a:pt x="704849" y="481655"/>
                  <a:pt x="704806" y="481697"/>
                  <a:pt x="704754" y="481697"/>
                </a:cubicBezTo>
                <a:cubicBezTo>
                  <a:pt x="704729" y="481696"/>
                  <a:pt x="704705" y="481687"/>
                  <a:pt x="704688" y="48167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55" descr="Bar graph with downward trend outline">
            <a:extLst>
              <a:ext uri="{FF2B5EF4-FFF2-40B4-BE49-F238E27FC236}">
                <a16:creationId xmlns:a16="http://schemas.microsoft.com/office/drawing/2014/main" id="{48A6C0A6-4986-B722-A8F5-F4AE0A8C6068}"/>
              </a:ext>
            </a:extLst>
          </p:cNvPr>
          <p:cNvGrpSpPr/>
          <p:nvPr/>
        </p:nvGrpSpPr>
        <p:grpSpPr>
          <a:xfrm>
            <a:off x="9267385" y="1270534"/>
            <a:ext cx="504490" cy="511769"/>
            <a:chOff x="6904375" y="1341791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B907480-8769-7D51-5B6F-F61D49B20F96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0DBD61B-E6E5-6E04-608B-EABD00A31DDE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4B737E2-1DA5-79A3-94F7-7D5E59891865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751215B-0593-F876-1E3A-C41BE4395D94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122BBE-07F3-39EE-F8CD-0579FDDB43E6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3" name="Graphic 45" descr="Chat bubble outline">
            <a:extLst>
              <a:ext uri="{FF2B5EF4-FFF2-40B4-BE49-F238E27FC236}">
                <a16:creationId xmlns:a16="http://schemas.microsoft.com/office/drawing/2014/main" id="{43AE48AC-FE53-0E02-FB33-09881EC11279}"/>
              </a:ext>
            </a:extLst>
          </p:cNvPr>
          <p:cNvGrpSpPr/>
          <p:nvPr/>
        </p:nvGrpSpPr>
        <p:grpSpPr>
          <a:xfrm>
            <a:off x="9357141" y="4193996"/>
            <a:ext cx="616327" cy="426845"/>
            <a:chOff x="6163900" y="610841"/>
            <a:chExt cx="647700" cy="590550"/>
          </a:xfrm>
          <a:solidFill>
            <a:schemeClr val="bg1">
              <a:lumMod val="7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1C6D547-90AC-6179-3B56-521CED5104A1}"/>
                </a:ext>
              </a:extLst>
            </p:cNvPr>
            <p:cNvSpPr/>
            <p:nvPr/>
          </p:nvSpPr>
          <p:spPr>
            <a:xfrm>
              <a:off x="6163900" y="610841"/>
              <a:ext cx="647700" cy="590550"/>
            </a:xfrm>
            <a:custGeom>
              <a:avLst/>
              <a:gdLst>
                <a:gd name="connsiteX0" fmla="*/ 609600 w 647700"/>
                <a:gd name="connsiteY0" fmla="*/ 19050 h 590550"/>
                <a:gd name="connsiteX1" fmla="*/ 628650 w 647700"/>
                <a:gd name="connsiteY1" fmla="*/ 38100 h 590550"/>
                <a:gd name="connsiteX2" fmla="*/ 628650 w 647700"/>
                <a:gd name="connsiteY2" fmla="*/ 419100 h 590550"/>
                <a:gd name="connsiteX3" fmla="*/ 609600 w 647700"/>
                <a:gd name="connsiteY3" fmla="*/ 438150 h 590550"/>
                <a:gd name="connsiteX4" fmla="*/ 495300 w 647700"/>
                <a:gd name="connsiteY4" fmla="*/ 438150 h 590550"/>
                <a:gd name="connsiteX5" fmla="*/ 495300 w 647700"/>
                <a:gd name="connsiteY5" fmla="*/ 544563 h 590550"/>
                <a:gd name="connsiteX6" fmla="*/ 399231 w 647700"/>
                <a:gd name="connsiteY6" fmla="*/ 448494 h 590550"/>
                <a:gd name="connsiteX7" fmla="*/ 393649 w 647700"/>
                <a:gd name="connsiteY7" fmla="*/ 442913 h 590550"/>
                <a:gd name="connsiteX8" fmla="*/ 38100 w 647700"/>
                <a:gd name="connsiteY8" fmla="*/ 442913 h 590550"/>
                <a:gd name="connsiteX9" fmla="*/ 19050 w 647700"/>
                <a:gd name="connsiteY9" fmla="*/ 423863 h 590550"/>
                <a:gd name="connsiteX10" fmla="*/ 19050 w 647700"/>
                <a:gd name="connsiteY10" fmla="*/ 38100 h 590550"/>
                <a:gd name="connsiteX11" fmla="*/ 38100 w 647700"/>
                <a:gd name="connsiteY11" fmla="*/ 19050 h 590550"/>
                <a:gd name="connsiteX12" fmla="*/ 609600 w 647700"/>
                <a:gd name="connsiteY12" fmla="*/ 19050 h 590550"/>
                <a:gd name="connsiteX13" fmla="*/ 609600 w 647700"/>
                <a:gd name="connsiteY13" fmla="*/ 0 h 590550"/>
                <a:gd name="connsiteX14" fmla="*/ 38100 w 647700"/>
                <a:gd name="connsiteY14" fmla="*/ 0 h 590550"/>
                <a:gd name="connsiteX15" fmla="*/ 0 w 647700"/>
                <a:gd name="connsiteY15" fmla="*/ 38100 h 590550"/>
                <a:gd name="connsiteX16" fmla="*/ 0 w 647700"/>
                <a:gd name="connsiteY16" fmla="*/ 423863 h 590550"/>
                <a:gd name="connsiteX17" fmla="*/ 38100 w 647700"/>
                <a:gd name="connsiteY17" fmla="*/ 461963 h 590550"/>
                <a:gd name="connsiteX18" fmla="*/ 385763 w 647700"/>
                <a:gd name="connsiteY18" fmla="*/ 461963 h 590550"/>
                <a:gd name="connsiteX19" fmla="*/ 514350 w 647700"/>
                <a:gd name="connsiteY19" fmla="*/ 590550 h 590550"/>
                <a:gd name="connsiteX20" fmla="*/ 514350 w 647700"/>
                <a:gd name="connsiteY20" fmla="*/ 457200 h 590550"/>
                <a:gd name="connsiteX21" fmla="*/ 609600 w 647700"/>
                <a:gd name="connsiteY21" fmla="*/ 457200 h 590550"/>
                <a:gd name="connsiteX22" fmla="*/ 647700 w 647700"/>
                <a:gd name="connsiteY22" fmla="*/ 419100 h 590550"/>
                <a:gd name="connsiteX23" fmla="*/ 647700 w 647700"/>
                <a:gd name="connsiteY23" fmla="*/ 38100 h 590550"/>
                <a:gd name="connsiteX24" fmla="*/ 609600 w 647700"/>
                <a:gd name="connsiteY2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7700" h="590550">
                  <a:moveTo>
                    <a:pt x="609600" y="19050"/>
                  </a:moveTo>
                  <a:cubicBezTo>
                    <a:pt x="620121" y="19050"/>
                    <a:pt x="628650" y="27579"/>
                    <a:pt x="628650" y="38100"/>
                  </a:cubicBezTo>
                  <a:lnTo>
                    <a:pt x="628650" y="419100"/>
                  </a:lnTo>
                  <a:cubicBezTo>
                    <a:pt x="628650" y="429621"/>
                    <a:pt x="620121" y="438150"/>
                    <a:pt x="609600" y="438150"/>
                  </a:cubicBezTo>
                  <a:lnTo>
                    <a:pt x="495300" y="438150"/>
                  </a:lnTo>
                  <a:lnTo>
                    <a:pt x="495300" y="544563"/>
                  </a:lnTo>
                  <a:lnTo>
                    <a:pt x="399231" y="448494"/>
                  </a:lnTo>
                  <a:lnTo>
                    <a:pt x="393649" y="442913"/>
                  </a:lnTo>
                  <a:lnTo>
                    <a:pt x="38100" y="442913"/>
                  </a:lnTo>
                  <a:cubicBezTo>
                    <a:pt x="27579" y="442913"/>
                    <a:pt x="19050" y="434384"/>
                    <a:pt x="19050" y="423863"/>
                  </a:cubicBezTo>
                  <a:lnTo>
                    <a:pt x="19050" y="38100"/>
                  </a:lnTo>
                  <a:cubicBezTo>
                    <a:pt x="19050" y="27579"/>
                    <a:pt x="27579" y="19050"/>
                    <a:pt x="38100" y="19050"/>
                  </a:cubicBezTo>
                  <a:lnTo>
                    <a:pt x="609600" y="19050"/>
                  </a:lnTo>
                  <a:moveTo>
                    <a:pt x="609600" y="0"/>
                  </a:moveTo>
                  <a:lnTo>
                    <a:pt x="38100" y="0"/>
                  </a:lnTo>
                  <a:cubicBezTo>
                    <a:pt x="17058" y="0"/>
                    <a:pt x="0" y="17058"/>
                    <a:pt x="0" y="38100"/>
                  </a:cubicBezTo>
                  <a:lnTo>
                    <a:pt x="0" y="423863"/>
                  </a:lnTo>
                  <a:cubicBezTo>
                    <a:pt x="0" y="444904"/>
                    <a:pt x="17058" y="461963"/>
                    <a:pt x="38100" y="461963"/>
                  </a:cubicBezTo>
                  <a:lnTo>
                    <a:pt x="385763" y="461963"/>
                  </a:lnTo>
                  <a:lnTo>
                    <a:pt x="514350" y="590550"/>
                  </a:lnTo>
                  <a:lnTo>
                    <a:pt x="514350" y="457200"/>
                  </a:lnTo>
                  <a:lnTo>
                    <a:pt x="609600" y="457200"/>
                  </a:lnTo>
                  <a:cubicBezTo>
                    <a:pt x="630642" y="457200"/>
                    <a:pt x="647700" y="440142"/>
                    <a:pt x="647700" y="419100"/>
                  </a:cubicBezTo>
                  <a:lnTo>
                    <a:pt x="647700" y="38100"/>
                  </a:lnTo>
                  <a:cubicBezTo>
                    <a:pt x="647700" y="17058"/>
                    <a:pt x="630642" y="0"/>
                    <a:pt x="60960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4F8C8-3629-6DD4-1B6E-4A8628D25A54}"/>
                </a:ext>
              </a:extLst>
            </p:cNvPr>
            <p:cNvSpPr/>
            <p:nvPr/>
          </p:nvSpPr>
          <p:spPr>
            <a:xfrm>
              <a:off x="66115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98AAAE-DC36-E079-9EE1-29734C92A625}"/>
                </a:ext>
              </a:extLst>
            </p:cNvPr>
            <p:cNvSpPr/>
            <p:nvPr/>
          </p:nvSpPr>
          <p:spPr>
            <a:xfrm>
              <a:off x="64591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73B6467-0016-9E1E-27ED-9D050AC31A5C}"/>
                </a:ext>
              </a:extLst>
            </p:cNvPr>
            <p:cNvSpPr/>
            <p:nvPr/>
          </p:nvSpPr>
          <p:spPr>
            <a:xfrm>
              <a:off x="63067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aphic 53" descr="Alarm clock outline">
            <a:extLst>
              <a:ext uri="{FF2B5EF4-FFF2-40B4-BE49-F238E27FC236}">
                <a16:creationId xmlns:a16="http://schemas.microsoft.com/office/drawing/2014/main" id="{03DA5803-BD65-B9C5-D5C3-C676C94345F7}"/>
              </a:ext>
            </a:extLst>
          </p:cNvPr>
          <p:cNvGrpSpPr/>
          <p:nvPr/>
        </p:nvGrpSpPr>
        <p:grpSpPr>
          <a:xfrm>
            <a:off x="10210409" y="5041480"/>
            <a:ext cx="557815" cy="538628"/>
            <a:chOff x="6768549" y="1187275"/>
            <a:chExt cx="638162" cy="638436"/>
          </a:xfrm>
          <a:solidFill>
            <a:schemeClr val="bg1">
              <a:lumMod val="75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DA697F5-36E5-72A7-3973-25774027049A}"/>
                </a:ext>
              </a:extLst>
            </p:cNvPr>
            <p:cNvSpPr/>
            <p:nvPr/>
          </p:nvSpPr>
          <p:spPr>
            <a:xfrm>
              <a:off x="6925710" y="1377776"/>
              <a:ext cx="171173" cy="171450"/>
            </a:xfrm>
            <a:custGeom>
              <a:avLst/>
              <a:gdLst>
                <a:gd name="connsiteX0" fmla="*/ 161649 w 171173"/>
                <a:gd name="connsiteY0" fmla="*/ 0 h 171450"/>
                <a:gd name="connsiteX1" fmla="*/ 152124 w 171173"/>
                <a:gd name="connsiteY1" fmla="*/ 9525 h 171450"/>
                <a:gd name="connsiteX2" fmla="*/ 152124 w 171173"/>
                <a:gd name="connsiteY2" fmla="*/ 152400 h 171450"/>
                <a:gd name="connsiteX3" fmla="*/ 9525 w 171173"/>
                <a:gd name="connsiteY3" fmla="*/ 152400 h 171450"/>
                <a:gd name="connsiteX4" fmla="*/ 0 w 171173"/>
                <a:gd name="connsiteY4" fmla="*/ 161925 h 171450"/>
                <a:gd name="connsiteX5" fmla="*/ 9525 w 171173"/>
                <a:gd name="connsiteY5" fmla="*/ 171450 h 171450"/>
                <a:gd name="connsiteX6" fmla="*/ 161649 w 171173"/>
                <a:gd name="connsiteY6" fmla="*/ 171450 h 171450"/>
                <a:gd name="connsiteX7" fmla="*/ 171174 w 171173"/>
                <a:gd name="connsiteY7" fmla="*/ 161925 h 171450"/>
                <a:gd name="connsiteX8" fmla="*/ 171174 w 171173"/>
                <a:gd name="connsiteY8" fmla="*/ 9525 h 171450"/>
                <a:gd name="connsiteX9" fmla="*/ 161649 w 171173"/>
                <a:gd name="connsiteY9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73" h="171450">
                  <a:moveTo>
                    <a:pt x="161649" y="0"/>
                  </a:moveTo>
                  <a:cubicBezTo>
                    <a:pt x="156388" y="0"/>
                    <a:pt x="152124" y="4264"/>
                    <a:pt x="152124" y="9525"/>
                  </a:cubicBezTo>
                  <a:lnTo>
                    <a:pt x="152124" y="152400"/>
                  </a:lnTo>
                  <a:lnTo>
                    <a:pt x="9525" y="152400"/>
                  </a:lnTo>
                  <a:cubicBezTo>
                    <a:pt x="4264" y="152400"/>
                    <a:pt x="0" y="156664"/>
                    <a:pt x="0" y="161925"/>
                  </a:cubicBezTo>
                  <a:cubicBezTo>
                    <a:pt x="0" y="167186"/>
                    <a:pt x="4264" y="171450"/>
                    <a:pt x="9525" y="171450"/>
                  </a:cubicBezTo>
                  <a:lnTo>
                    <a:pt x="161649" y="171450"/>
                  </a:lnTo>
                  <a:cubicBezTo>
                    <a:pt x="166909" y="171450"/>
                    <a:pt x="171174" y="167186"/>
                    <a:pt x="171174" y="161925"/>
                  </a:cubicBezTo>
                  <a:lnTo>
                    <a:pt x="171174" y="9525"/>
                  </a:lnTo>
                  <a:cubicBezTo>
                    <a:pt x="171174" y="4264"/>
                    <a:pt x="166909" y="0"/>
                    <a:pt x="16164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9CBECA-3D7B-E85C-8871-98BB32C06C21}"/>
                </a:ext>
              </a:extLst>
            </p:cNvPr>
            <p:cNvSpPr/>
            <p:nvPr/>
          </p:nvSpPr>
          <p:spPr>
            <a:xfrm>
              <a:off x="6768549" y="1187275"/>
              <a:ext cx="194423" cy="194434"/>
            </a:xfrm>
            <a:custGeom>
              <a:avLst/>
              <a:gdLst>
                <a:gd name="connsiteX0" fmla="*/ 144893 w 194423"/>
                <a:gd name="connsiteY0" fmla="*/ 11555 h 194434"/>
                <a:gd name="connsiteX1" fmla="*/ 91642 w 194423"/>
                <a:gd name="connsiteY1" fmla="*/ 10517 h 194434"/>
                <a:gd name="connsiteX2" fmla="*/ 91553 w 194423"/>
                <a:gd name="connsiteY2" fmla="*/ 10602 h 194434"/>
                <a:gd name="connsiteX3" fmla="*/ 90601 w 194423"/>
                <a:gd name="connsiteY3" fmla="*/ 11555 h 194434"/>
                <a:gd name="connsiteX4" fmla="*/ 11543 w 194423"/>
                <a:gd name="connsiteY4" fmla="*/ 90612 h 194434"/>
                <a:gd name="connsiteX5" fmla="*/ 10545 w 194423"/>
                <a:gd name="connsiteY5" fmla="*/ 143906 h 194434"/>
                <a:gd name="connsiteX6" fmla="*/ 10591 w 194423"/>
                <a:gd name="connsiteY6" fmla="*/ 143952 h 194434"/>
                <a:gd name="connsiteX7" fmla="*/ 11543 w 194423"/>
                <a:gd name="connsiteY7" fmla="*/ 144905 h 194434"/>
                <a:gd name="connsiteX8" fmla="*/ 61073 w 194423"/>
                <a:gd name="connsiteY8" fmla="*/ 194435 h 194434"/>
                <a:gd name="connsiteX9" fmla="*/ 194423 w 194423"/>
                <a:gd name="connsiteY9" fmla="*/ 61085 h 194434"/>
                <a:gd name="connsiteX10" fmla="*/ 25021 w 194423"/>
                <a:gd name="connsiteY10" fmla="*/ 131474 h 194434"/>
                <a:gd name="connsiteX11" fmla="*/ 24069 w 194423"/>
                <a:gd name="connsiteY11" fmla="*/ 130522 h 194434"/>
                <a:gd name="connsiteX12" fmla="*/ 24583 w 194423"/>
                <a:gd name="connsiteY12" fmla="*/ 104528 h 194434"/>
                <a:gd name="connsiteX13" fmla="*/ 25021 w 194423"/>
                <a:gd name="connsiteY13" fmla="*/ 104100 h 194434"/>
                <a:gd name="connsiteX14" fmla="*/ 104079 w 194423"/>
                <a:gd name="connsiteY14" fmla="*/ 25042 h 194434"/>
                <a:gd name="connsiteX15" fmla="*/ 105031 w 194423"/>
                <a:gd name="connsiteY15" fmla="*/ 24090 h 194434"/>
                <a:gd name="connsiteX16" fmla="*/ 130996 w 194423"/>
                <a:gd name="connsiteY16" fmla="*/ 24604 h 194434"/>
                <a:gd name="connsiteX17" fmla="*/ 131425 w 194423"/>
                <a:gd name="connsiteY17" fmla="*/ 25042 h 194434"/>
                <a:gd name="connsiteX18" fmla="*/ 167496 w 194423"/>
                <a:gd name="connsiteY18" fmla="*/ 61113 h 194434"/>
                <a:gd name="connsiteX19" fmla="*/ 61073 w 194423"/>
                <a:gd name="connsiteY19" fmla="*/ 167546 h 19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23" h="194434">
                  <a:moveTo>
                    <a:pt x="144893" y="11555"/>
                  </a:moveTo>
                  <a:cubicBezTo>
                    <a:pt x="130474" y="-3437"/>
                    <a:pt x="106633" y="-3902"/>
                    <a:pt x="91642" y="10517"/>
                  </a:cubicBezTo>
                  <a:cubicBezTo>
                    <a:pt x="91612" y="10545"/>
                    <a:pt x="91583" y="10574"/>
                    <a:pt x="91553" y="10602"/>
                  </a:cubicBezTo>
                  <a:lnTo>
                    <a:pt x="90601" y="11555"/>
                  </a:lnTo>
                  <a:lnTo>
                    <a:pt x="11543" y="90612"/>
                  </a:lnTo>
                  <a:cubicBezTo>
                    <a:pt x="-3449" y="105053"/>
                    <a:pt x="-3896" y="128913"/>
                    <a:pt x="10545" y="143906"/>
                  </a:cubicBezTo>
                  <a:cubicBezTo>
                    <a:pt x="10560" y="143921"/>
                    <a:pt x="10575" y="143937"/>
                    <a:pt x="10591" y="143952"/>
                  </a:cubicBezTo>
                  <a:lnTo>
                    <a:pt x="11543" y="144905"/>
                  </a:lnTo>
                  <a:lnTo>
                    <a:pt x="61073" y="194435"/>
                  </a:lnTo>
                  <a:lnTo>
                    <a:pt x="194423" y="61085"/>
                  </a:lnTo>
                  <a:close/>
                  <a:moveTo>
                    <a:pt x="25021" y="131474"/>
                  </a:moveTo>
                  <a:lnTo>
                    <a:pt x="24069" y="130522"/>
                  </a:lnTo>
                  <a:cubicBezTo>
                    <a:pt x="17177" y="123146"/>
                    <a:pt x="17405" y="111626"/>
                    <a:pt x="24583" y="104528"/>
                  </a:cubicBezTo>
                  <a:cubicBezTo>
                    <a:pt x="24735" y="104385"/>
                    <a:pt x="24878" y="104252"/>
                    <a:pt x="25021" y="104100"/>
                  </a:cubicBezTo>
                  <a:lnTo>
                    <a:pt x="104079" y="25042"/>
                  </a:lnTo>
                  <a:lnTo>
                    <a:pt x="105031" y="24090"/>
                  </a:lnTo>
                  <a:cubicBezTo>
                    <a:pt x="112398" y="17202"/>
                    <a:pt x="123909" y="17430"/>
                    <a:pt x="130996" y="24604"/>
                  </a:cubicBezTo>
                  <a:lnTo>
                    <a:pt x="131425" y="25042"/>
                  </a:lnTo>
                  <a:lnTo>
                    <a:pt x="167496" y="61113"/>
                  </a:lnTo>
                  <a:lnTo>
                    <a:pt x="61073" y="167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203A4AE-44EF-9262-1C82-D394DA8BE1DB}"/>
                </a:ext>
              </a:extLst>
            </p:cNvPr>
            <p:cNvSpPr/>
            <p:nvPr/>
          </p:nvSpPr>
          <p:spPr>
            <a:xfrm>
              <a:off x="7212289" y="1187298"/>
              <a:ext cx="194422" cy="194431"/>
            </a:xfrm>
            <a:custGeom>
              <a:avLst/>
              <a:gdLst>
                <a:gd name="connsiteX0" fmla="*/ 182880 w 194422"/>
                <a:gd name="connsiteY0" fmla="*/ 90609 h 194431"/>
                <a:gd name="connsiteX1" fmla="*/ 103822 w 194422"/>
                <a:gd name="connsiteY1" fmla="*/ 11551 h 194431"/>
                <a:gd name="connsiteX2" fmla="*/ 102870 w 194422"/>
                <a:gd name="connsiteY2" fmla="*/ 10599 h 194431"/>
                <a:gd name="connsiteX3" fmla="*/ 49601 w 194422"/>
                <a:gd name="connsiteY3" fmla="*/ 11477 h 194431"/>
                <a:gd name="connsiteX4" fmla="*/ 49530 w 194422"/>
                <a:gd name="connsiteY4" fmla="*/ 11551 h 194431"/>
                <a:gd name="connsiteX5" fmla="*/ 0 w 194422"/>
                <a:gd name="connsiteY5" fmla="*/ 61081 h 194431"/>
                <a:gd name="connsiteX6" fmla="*/ 133350 w 194422"/>
                <a:gd name="connsiteY6" fmla="*/ 194431 h 194431"/>
                <a:gd name="connsiteX7" fmla="*/ 182880 w 194422"/>
                <a:gd name="connsiteY7" fmla="*/ 144901 h 194431"/>
                <a:gd name="connsiteX8" fmla="*/ 183833 w 194422"/>
                <a:gd name="connsiteY8" fmla="*/ 143949 h 194431"/>
                <a:gd name="connsiteX9" fmla="*/ 182927 w 194422"/>
                <a:gd name="connsiteY9" fmla="*/ 90654 h 194431"/>
                <a:gd name="connsiteX10" fmla="*/ 182880 w 194422"/>
                <a:gd name="connsiteY10" fmla="*/ 90609 h 194431"/>
                <a:gd name="connsiteX11" fmla="*/ 170364 w 194422"/>
                <a:gd name="connsiteY11" fmla="*/ 130499 h 194431"/>
                <a:gd name="connsiteX12" fmla="*/ 169412 w 194422"/>
                <a:gd name="connsiteY12" fmla="*/ 131452 h 194431"/>
                <a:gd name="connsiteX13" fmla="*/ 133350 w 194422"/>
                <a:gd name="connsiteY13" fmla="*/ 167523 h 194431"/>
                <a:gd name="connsiteX14" fmla="*/ 26908 w 194422"/>
                <a:gd name="connsiteY14" fmla="*/ 61071 h 194431"/>
                <a:gd name="connsiteX15" fmla="*/ 62979 w 194422"/>
                <a:gd name="connsiteY15" fmla="*/ 25000 h 194431"/>
                <a:gd name="connsiteX16" fmla="*/ 63408 w 194422"/>
                <a:gd name="connsiteY16" fmla="*/ 24562 h 194431"/>
                <a:gd name="connsiteX17" fmla="*/ 89373 w 194422"/>
                <a:gd name="connsiteY17" fmla="*/ 24048 h 194431"/>
                <a:gd name="connsiteX18" fmla="*/ 90326 w 194422"/>
                <a:gd name="connsiteY18" fmla="*/ 25000 h 194431"/>
                <a:gd name="connsiteX19" fmla="*/ 169383 w 194422"/>
                <a:gd name="connsiteY19" fmla="*/ 104058 h 194431"/>
                <a:gd name="connsiteX20" fmla="*/ 169821 w 194422"/>
                <a:gd name="connsiteY20" fmla="*/ 104486 h 194431"/>
                <a:gd name="connsiteX21" fmla="*/ 170336 w 194422"/>
                <a:gd name="connsiteY21" fmla="*/ 130480 h 19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4422" h="194431">
                  <a:moveTo>
                    <a:pt x="182880" y="90609"/>
                  </a:moveTo>
                  <a:lnTo>
                    <a:pt x="103822" y="11551"/>
                  </a:lnTo>
                  <a:lnTo>
                    <a:pt x="102870" y="10599"/>
                  </a:lnTo>
                  <a:cubicBezTo>
                    <a:pt x="87918" y="-3869"/>
                    <a:pt x="64069" y="-3476"/>
                    <a:pt x="49601" y="11477"/>
                  </a:cubicBezTo>
                  <a:cubicBezTo>
                    <a:pt x="49578" y="11501"/>
                    <a:pt x="49554" y="11526"/>
                    <a:pt x="49530" y="11551"/>
                  </a:cubicBezTo>
                  <a:lnTo>
                    <a:pt x="0" y="61081"/>
                  </a:lnTo>
                  <a:lnTo>
                    <a:pt x="133350" y="194431"/>
                  </a:lnTo>
                  <a:lnTo>
                    <a:pt x="182880" y="144901"/>
                  </a:lnTo>
                  <a:lnTo>
                    <a:pt x="183833" y="143949"/>
                  </a:lnTo>
                  <a:cubicBezTo>
                    <a:pt x="198299" y="128982"/>
                    <a:pt x="197894" y="105121"/>
                    <a:pt x="182927" y="90654"/>
                  </a:cubicBezTo>
                  <a:cubicBezTo>
                    <a:pt x="182911" y="90639"/>
                    <a:pt x="182895" y="90624"/>
                    <a:pt x="182880" y="90609"/>
                  </a:cubicBezTo>
                  <a:close/>
                  <a:moveTo>
                    <a:pt x="170364" y="130499"/>
                  </a:moveTo>
                  <a:lnTo>
                    <a:pt x="169412" y="131452"/>
                  </a:lnTo>
                  <a:lnTo>
                    <a:pt x="133350" y="167523"/>
                  </a:lnTo>
                  <a:lnTo>
                    <a:pt x="26908" y="61071"/>
                  </a:lnTo>
                  <a:lnTo>
                    <a:pt x="62979" y="25000"/>
                  </a:lnTo>
                  <a:lnTo>
                    <a:pt x="63408" y="24562"/>
                  </a:lnTo>
                  <a:cubicBezTo>
                    <a:pt x="70495" y="17388"/>
                    <a:pt x="82006" y="17160"/>
                    <a:pt x="89373" y="24048"/>
                  </a:cubicBezTo>
                  <a:lnTo>
                    <a:pt x="90326" y="25000"/>
                  </a:lnTo>
                  <a:lnTo>
                    <a:pt x="169383" y="104058"/>
                  </a:lnTo>
                  <a:cubicBezTo>
                    <a:pt x="169526" y="104210"/>
                    <a:pt x="169669" y="104344"/>
                    <a:pt x="169821" y="104486"/>
                  </a:cubicBezTo>
                  <a:cubicBezTo>
                    <a:pt x="176999" y="111584"/>
                    <a:pt x="177227" y="123104"/>
                    <a:pt x="170336" y="1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8CA414E-DC4B-7DC0-6814-DE4B7964F308}"/>
                </a:ext>
              </a:extLst>
            </p:cNvPr>
            <p:cNvSpPr/>
            <p:nvPr/>
          </p:nvSpPr>
          <p:spPr>
            <a:xfrm>
              <a:off x="6839964" y="1215851"/>
              <a:ext cx="495321" cy="609860"/>
            </a:xfrm>
            <a:custGeom>
              <a:avLst/>
              <a:gdLst>
                <a:gd name="connsiteX0" fmla="*/ 257196 w 495321"/>
                <a:gd name="connsiteY0" fmla="*/ 76438 h 609860"/>
                <a:gd name="connsiteX1" fmla="*/ 257196 w 495321"/>
                <a:gd name="connsiteY1" fmla="*/ 19050 h 609860"/>
                <a:gd name="connsiteX2" fmla="*/ 304821 w 495321"/>
                <a:gd name="connsiteY2" fmla="*/ 19050 h 609860"/>
                <a:gd name="connsiteX3" fmla="*/ 314346 w 495321"/>
                <a:gd name="connsiteY3" fmla="*/ 9525 h 609860"/>
                <a:gd name="connsiteX4" fmla="*/ 304821 w 495321"/>
                <a:gd name="connsiteY4" fmla="*/ 0 h 609860"/>
                <a:gd name="connsiteX5" fmla="*/ 190521 w 495321"/>
                <a:gd name="connsiteY5" fmla="*/ 0 h 609860"/>
                <a:gd name="connsiteX6" fmla="*/ 180996 w 495321"/>
                <a:gd name="connsiteY6" fmla="*/ 9525 h 609860"/>
                <a:gd name="connsiteX7" fmla="*/ 190521 w 495321"/>
                <a:gd name="connsiteY7" fmla="*/ 19050 h 609860"/>
                <a:gd name="connsiteX8" fmla="*/ 238146 w 495321"/>
                <a:gd name="connsiteY8" fmla="*/ 19050 h 609860"/>
                <a:gd name="connsiteX9" fmla="*/ 238146 w 495321"/>
                <a:gd name="connsiteY9" fmla="*/ 76438 h 609860"/>
                <a:gd name="connsiteX10" fmla="*/ 182 w 495321"/>
                <a:gd name="connsiteY10" fmla="*/ 333207 h 609860"/>
                <a:gd name="connsiteX11" fmla="*/ 66810 w 495321"/>
                <a:gd name="connsiteY11" fmla="*/ 492957 h 609860"/>
                <a:gd name="connsiteX12" fmla="*/ 19928 w 495321"/>
                <a:gd name="connsiteY12" fmla="*/ 596132 h 609860"/>
                <a:gd name="connsiteX13" fmla="*/ 24276 w 495321"/>
                <a:gd name="connsiteY13" fmla="*/ 608881 h 609860"/>
                <a:gd name="connsiteX14" fmla="*/ 37025 w 495321"/>
                <a:gd name="connsiteY14" fmla="*/ 604535 h 609860"/>
                <a:gd name="connsiteX15" fmla="*/ 37264 w 495321"/>
                <a:gd name="connsiteY15" fmla="*/ 604009 h 609860"/>
                <a:gd name="connsiteX16" fmla="*/ 81250 w 495321"/>
                <a:gd name="connsiteY16" fmla="*/ 507244 h 609860"/>
                <a:gd name="connsiteX17" fmla="*/ 414092 w 495321"/>
                <a:gd name="connsiteY17" fmla="*/ 507244 h 609860"/>
                <a:gd name="connsiteX18" fmla="*/ 458078 w 495321"/>
                <a:gd name="connsiteY18" fmla="*/ 604009 h 609860"/>
                <a:gd name="connsiteX19" fmla="*/ 470542 w 495321"/>
                <a:gd name="connsiteY19" fmla="*/ 609120 h 609860"/>
                <a:gd name="connsiteX20" fmla="*/ 475653 w 495321"/>
                <a:gd name="connsiteY20" fmla="*/ 596657 h 609860"/>
                <a:gd name="connsiteX21" fmla="*/ 475414 w 495321"/>
                <a:gd name="connsiteY21" fmla="*/ 596132 h 609860"/>
                <a:gd name="connsiteX22" fmla="*/ 428513 w 495321"/>
                <a:gd name="connsiteY22" fmla="*/ 492957 h 609860"/>
                <a:gd name="connsiteX23" fmla="*/ 416928 w 495321"/>
                <a:gd name="connsiteY23" fmla="*/ 143066 h 609860"/>
                <a:gd name="connsiteX24" fmla="*/ 257196 w 495321"/>
                <a:gd name="connsiteY24" fmla="*/ 76438 h 609860"/>
                <a:gd name="connsiteX25" fmla="*/ 247671 w 495321"/>
                <a:gd name="connsiteY25" fmla="*/ 552450 h 609860"/>
                <a:gd name="connsiteX26" fmla="*/ 19071 w 495321"/>
                <a:gd name="connsiteY26" fmla="*/ 323850 h 609860"/>
                <a:gd name="connsiteX27" fmla="*/ 247671 w 495321"/>
                <a:gd name="connsiteY27" fmla="*/ 95250 h 609860"/>
                <a:gd name="connsiteX28" fmla="*/ 476271 w 495321"/>
                <a:gd name="connsiteY28" fmla="*/ 323850 h 609860"/>
                <a:gd name="connsiteX29" fmla="*/ 247671 w 495321"/>
                <a:gd name="connsiteY29" fmla="*/ 552450 h 60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95321" h="609860">
                  <a:moveTo>
                    <a:pt x="257196" y="76438"/>
                  </a:moveTo>
                  <a:lnTo>
                    <a:pt x="257196" y="19050"/>
                  </a:lnTo>
                  <a:lnTo>
                    <a:pt x="304821" y="19050"/>
                  </a:lnTo>
                  <a:cubicBezTo>
                    <a:pt x="310082" y="19050"/>
                    <a:pt x="314346" y="14786"/>
                    <a:pt x="314346" y="9525"/>
                  </a:cubicBezTo>
                  <a:cubicBezTo>
                    <a:pt x="314346" y="4264"/>
                    <a:pt x="310082" y="0"/>
                    <a:pt x="304821" y="0"/>
                  </a:cubicBezTo>
                  <a:lnTo>
                    <a:pt x="190521" y="0"/>
                  </a:lnTo>
                  <a:cubicBezTo>
                    <a:pt x="185260" y="0"/>
                    <a:pt x="180996" y="4264"/>
                    <a:pt x="180996" y="9525"/>
                  </a:cubicBezTo>
                  <a:cubicBezTo>
                    <a:pt x="180996" y="14786"/>
                    <a:pt x="185260" y="19050"/>
                    <a:pt x="190521" y="19050"/>
                  </a:cubicBezTo>
                  <a:lnTo>
                    <a:pt x="238146" y="19050"/>
                  </a:lnTo>
                  <a:lnTo>
                    <a:pt x="238146" y="76438"/>
                  </a:lnTo>
                  <a:cubicBezTo>
                    <a:pt x="101529" y="81631"/>
                    <a:pt x="-5011" y="196590"/>
                    <a:pt x="182" y="333207"/>
                  </a:cubicBezTo>
                  <a:cubicBezTo>
                    <a:pt x="2444" y="392740"/>
                    <a:pt x="26101" y="449459"/>
                    <a:pt x="66810" y="492957"/>
                  </a:cubicBezTo>
                  <a:lnTo>
                    <a:pt x="19928" y="596132"/>
                  </a:lnTo>
                  <a:cubicBezTo>
                    <a:pt x="17608" y="600853"/>
                    <a:pt x="19554" y="606561"/>
                    <a:pt x="24276" y="608881"/>
                  </a:cubicBezTo>
                  <a:cubicBezTo>
                    <a:pt x="28996" y="611201"/>
                    <a:pt x="34704" y="609255"/>
                    <a:pt x="37025" y="604535"/>
                  </a:cubicBezTo>
                  <a:cubicBezTo>
                    <a:pt x="37110" y="604361"/>
                    <a:pt x="37190" y="604186"/>
                    <a:pt x="37264" y="604009"/>
                  </a:cubicBezTo>
                  <a:lnTo>
                    <a:pt x="81250" y="507244"/>
                  </a:lnTo>
                  <a:cubicBezTo>
                    <a:pt x="175659" y="592914"/>
                    <a:pt x="319683" y="592914"/>
                    <a:pt x="414092" y="507244"/>
                  </a:cubicBezTo>
                  <a:lnTo>
                    <a:pt x="458078" y="604009"/>
                  </a:lnTo>
                  <a:cubicBezTo>
                    <a:pt x="460108" y="608862"/>
                    <a:pt x="465689" y="611151"/>
                    <a:pt x="470542" y="609120"/>
                  </a:cubicBezTo>
                  <a:cubicBezTo>
                    <a:pt x="475395" y="607090"/>
                    <a:pt x="477683" y="601510"/>
                    <a:pt x="475653" y="596657"/>
                  </a:cubicBezTo>
                  <a:cubicBezTo>
                    <a:pt x="475579" y="596479"/>
                    <a:pt x="475499" y="596304"/>
                    <a:pt x="475414" y="596132"/>
                  </a:cubicBezTo>
                  <a:lnTo>
                    <a:pt x="428513" y="492957"/>
                  </a:lnTo>
                  <a:cubicBezTo>
                    <a:pt x="521933" y="393139"/>
                    <a:pt x="516747" y="236488"/>
                    <a:pt x="416928" y="143066"/>
                  </a:cubicBezTo>
                  <a:cubicBezTo>
                    <a:pt x="373435" y="102361"/>
                    <a:pt x="316723" y="78705"/>
                    <a:pt x="257196" y="76438"/>
                  </a:cubicBezTo>
                  <a:close/>
                  <a:moveTo>
                    <a:pt x="247671" y="552450"/>
                  </a:moveTo>
                  <a:cubicBezTo>
                    <a:pt x="121419" y="552450"/>
                    <a:pt x="19071" y="450102"/>
                    <a:pt x="19071" y="323850"/>
                  </a:cubicBezTo>
                  <a:cubicBezTo>
                    <a:pt x="19071" y="197598"/>
                    <a:pt x="121419" y="95250"/>
                    <a:pt x="247671" y="95250"/>
                  </a:cubicBezTo>
                  <a:cubicBezTo>
                    <a:pt x="373923" y="95250"/>
                    <a:pt x="476271" y="197598"/>
                    <a:pt x="476271" y="323850"/>
                  </a:cubicBezTo>
                  <a:cubicBezTo>
                    <a:pt x="476129" y="450044"/>
                    <a:pt x="373865" y="552308"/>
                    <a:pt x="247671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5" name="Graphic 57" descr="Daily calendar outline">
            <a:extLst>
              <a:ext uri="{FF2B5EF4-FFF2-40B4-BE49-F238E27FC236}">
                <a16:creationId xmlns:a16="http://schemas.microsoft.com/office/drawing/2014/main" id="{2E9D9194-C782-293E-6F50-F9AC9883D037}"/>
              </a:ext>
            </a:extLst>
          </p:cNvPr>
          <p:cNvGrpSpPr/>
          <p:nvPr/>
        </p:nvGrpSpPr>
        <p:grpSpPr>
          <a:xfrm>
            <a:off x="10968596" y="4006877"/>
            <a:ext cx="541706" cy="426845"/>
            <a:chOff x="7063900" y="1482266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29B02D-2CE3-1FA0-961D-4E08AD6FB79D}"/>
                </a:ext>
              </a:extLst>
            </p:cNvPr>
            <p:cNvSpPr/>
            <p:nvPr/>
          </p:nvSpPr>
          <p:spPr>
            <a:xfrm>
              <a:off x="7063900" y="1482266"/>
              <a:ext cx="647700" cy="647700"/>
            </a:xfrm>
            <a:custGeom>
              <a:avLst/>
              <a:gdLst>
                <a:gd name="connsiteX0" fmla="*/ 514350 w 647700"/>
                <a:gd name="connsiteY0" fmla="*/ 57150 h 647700"/>
                <a:gd name="connsiteX1" fmla="*/ 514350 w 647700"/>
                <a:gd name="connsiteY1" fmla="*/ 9525 h 647700"/>
                <a:gd name="connsiteX2" fmla="*/ 504825 w 647700"/>
                <a:gd name="connsiteY2" fmla="*/ 0 h 647700"/>
                <a:gd name="connsiteX3" fmla="*/ 495300 w 647700"/>
                <a:gd name="connsiteY3" fmla="*/ 9525 h 647700"/>
                <a:gd name="connsiteX4" fmla="*/ 495300 w 647700"/>
                <a:gd name="connsiteY4" fmla="*/ 57150 h 647700"/>
                <a:gd name="connsiteX5" fmla="*/ 152400 w 647700"/>
                <a:gd name="connsiteY5" fmla="*/ 57150 h 647700"/>
                <a:gd name="connsiteX6" fmla="*/ 152400 w 647700"/>
                <a:gd name="connsiteY6" fmla="*/ 9525 h 647700"/>
                <a:gd name="connsiteX7" fmla="*/ 142875 w 647700"/>
                <a:gd name="connsiteY7" fmla="*/ 0 h 647700"/>
                <a:gd name="connsiteX8" fmla="*/ 133350 w 647700"/>
                <a:gd name="connsiteY8" fmla="*/ 9525 h 647700"/>
                <a:gd name="connsiteX9" fmla="*/ 133350 w 647700"/>
                <a:gd name="connsiteY9" fmla="*/ 57150 h 647700"/>
                <a:gd name="connsiteX10" fmla="*/ 0 w 647700"/>
                <a:gd name="connsiteY10" fmla="*/ 57150 h 647700"/>
                <a:gd name="connsiteX11" fmla="*/ 0 w 647700"/>
                <a:gd name="connsiteY11" fmla="*/ 647700 h 647700"/>
                <a:gd name="connsiteX12" fmla="*/ 647700 w 647700"/>
                <a:gd name="connsiteY12" fmla="*/ 647700 h 647700"/>
                <a:gd name="connsiteX13" fmla="*/ 647700 w 647700"/>
                <a:gd name="connsiteY13" fmla="*/ 57150 h 647700"/>
                <a:gd name="connsiteX14" fmla="*/ 628650 w 647700"/>
                <a:gd name="connsiteY14" fmla="*/ 628650 h 647700"/>
                <a:gd name="connsiteX15" fmla="*/ 19050 w 647700"/>
                <a:gd name="connsiteY15" fmla="*/ 628650 h 647700"/>
                <a:gd name="connsiteX16" fmla="*/ 19050 w 647700"/>
                <a:gd name="connsiteY16" fmla="*/ 209550 h 647700"/>
                <a:gd name="connsiteX17" fmla="*/ 628650 w 647700"/>
                <a:gd name="connsiteY17" fmla="*/ 209550 h 647700"/>
                <a:gd name="connsiteX18" fmla="*/ 19050 w 647700"/>
                <a:gd name="connsiteY18" fmla="*/ 190500 h 647700"/>
                <a:gd name="connsiteX19" fmla="*/ 19050 w 647700"/>
                <a:gd name="connsiteY19" fmla="*/ 76200 h 647700"/>
                <a:gd name="connsiteX20" fmla="*/ 133350 w 647700"/>
                <a:gd name="connsiteY20" fmla="*/ 76200 h 647700"/>
                <a:gd name="connsiteX21" fmla="*/ 133350 w 647700"/>
                <a:gd name="connsiteY21" fmla="*/ 114300 h 647700"/>
                <a:gd name="connsiteX22" fmla="*/ 142875 w 647700"/>
                <a:gd name="connsiteY22" fmla="*/ 123825 h 647700"/>
                <a:gd name="connsiteX23" fmla="*/ 152400 w 647700"/>
                <a:gd name="connsiteY23" fmla="*/ 114300 h 647700"/>
                <a:gd name="connsiteX24" fmla="*/ 152400 w 647700"/>
                <a:gd name="connsiteY24" fmla="*/ 76200 h 647700"/>
                <a:gd name="connsiteX25" fmla="*/ 495300 w 647700"/>
                <a:gd name="connsiteY25" fmla="*/ 76200 h 647700"/>
                <a:gd name="connsiteX26" fmla="*/ 495300 w 647700"/>
                <a:gd name="connsiteY26" fmla="*/ 114300 h 647700"/>
                <a:gd name="connsiteX27" fmla="*/ 504825 w 647700"/>
                <a:gd name="connsiteY27" fmla="*/ 123825 h 647700"/>
                <a:gd name="connsiteX28" fmla="*/ 514350 w 647700"/>
                <a:gd name="connsiteY28" fmla="*/ 114300 h 647700"/>
                <a:gd name="connsiteX29" fmla="*/ 514350 w 647700"/>
                <a:gd name="connsiteY29" fmla="*/ 76200 h 647700"/>
                <a:gd name="connsiteX30" fmla="*/ 628650 w 647700"/>
                <a:gd name="connsiteY30" fmla="*/ 76200 h 647700"/>
                <a:gd name="connsiteX31" fmla="*/ 628650 w 647700"/>
                <a:gd name="connsiteY31" fmla="*/ 1905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47700" h="647700">
                  <a:moveTo>
                    <a:pt x="514350" y="57150"/>
                  </a:moveTo>
                  <a:lnTo>
                    <a:pt x="514350" y="9525"/>
                  </a:lnTo>
                  <a:cubicBezTo>
                    <a:pt x="514350" y="4264"/>
                    <a:pt x="510086" y="0"/>
                    <a:pt x="504825" y="0"/>
                  </a:cubicBezTo>
                  <a:cubicBezTo>
                    <a:pt x="499564" y="0"/>
                    <a:pt x="495300" y="4264"/>
                    <a:pt x="495300" y="9525"/>
                  </a:cubicBezTo>
                  <a:lnTo>
                    <a:pt x="495300" y="57150"/>
                  </a:lnTo>
                  <a:lnTo>
                    <a:pt x="152400" y="57150"/>
                  </a:lnTo>
                  <a:lnTo>
                    <a:pt x="152400" y="9525"/>
                  </a:lnTo>
                  <a:cubicBezTo>
                    <a:pt x="152400" y="4264"/>
                    <a:pt x="148136" y="0"/>
                    <a:pt x="142875" y="0"/>
                  </a:cubicBezTo>
                  <a:cubicBezTo>
                    <a:pt x="137614" y="0"/>
                    <a:pt x="133350" y="4264"/>
                    <a:pt x="133350" y="9525"/>
                  </a:cubicBezTo>
                  <a:lnTo>
                    <a:pt x="133350" y="57150"/>
                  </a:lnTo>
                  <a:lnTo>
                    <a:pt x="0" y="57150"/>
                  </a:lnTo>
                  <a:lnTo>
                    <a:pt x="0" y="647700"/>
                  </a:lnTo>
                  <a:lnTo>
                    <a:pt x="647700" y="647700"/>
                  </a:lnTo>
                  <a:lnTo>
                    <a:pt x="647700" y="57150"/>
                  </a:lnTo>
                  <a:close/>
                  <a:moveTo>
                    <a:pt x="628650" y="628650"/>
                  </a:moveTo>
                  <a:lnTo>
                    <a:pt x="19050" y="628650"/>
                  </a:lnTo>
                  <a:lnTo>
                    <a:pt x="19050" y="209550"/>
                  </a:lnTo>
                  <a:lnTo>
                    <a:pt x="628650" y="209550"/>
                  </a:lnTo>
                  <a:close/>
                  <a:moveTo>
                    <a:pt x="19050" y="190500"/>
                  </a:moveTo>
                  <a:lnTo>
                    <a:pt x="19050" y="76200"/>
                  </a:lnTo>
                  <a:lnTo>
                    <a:pt x="133350" y="76200"/>
                  </a:lnTo>
                  <a:lnTo>
                    <a:pt x="133350" y="114300"/>
                  </a:lnTo>
                  <a:cubicBezTo>
                    <a:pt x="133350" y="119561"/>
                    <a:pt x="137614" y="123825"/>
                    <a:pt x="142875" y="123825"/>
                  </a:cubicBezTo>
                  <a:cubicBezTo>
                    <a:pt x="148136" y="123825"/>
                    <a:pt x="152400" y="119561"/>
                    <a:pt x="152400" y="114300"/>
                  </a:cubicBezTo>
                  <a:lnTo>
                    <a:pt x="152400" y="76200"/>
                  </a:lnTo>
                  <a:lnTo>
                    <a:pt x="495300" y="76200"/>
                  </a:lnTo>
                  <a:lnTo>
                    <a:pt x="495300" y="114300"/>
                  </a:lnTo>
                  <a:cubicBezTo>
                    <a:pt x="495300" y="119561"/>
                    <a:pt x="499564" y="123825"/>
                    <a:pt x="504825" y="123825"/>
                  </a:cubicBezTo>
                  <a:cubicBezTo>
                    <a:pt x="510086" y="123825"/>
                    <a:pt x="514350" y="119561"/>
                    <a:pt x="514350" y="114300"/>
                  </a:cubicBezTo>
                  <a:lnTo>
                    <a:pt x="514350" y="76200"/>
                  </a:lnTo>
                  <a:lnTo>
                    <a:pt x="628650" y="76200"/>
                  </a:lnTo>
                  <a:lnTo>
                    <a:pt x="628650" y="190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3DF3F26-8D6B-4E9F-834E-31F72DB68102}"/>
                </a:ext>
              </a:extLst>
            </p:cNvPr>
            <p:cNvSpPr/>
            <p:nvPr/>
          </p:nvSpPr>
          <p:spPr>
            <a:xfrm>
              <a:off x="7140100" y="1748966"/>
              <a:ext cx="495300" cy="304800"/>
            </a:xfrm>
            <a:custGeom>
              <a:avLst/>
              <a:gdLst>
                <a:gd name="connsiteX0" fmla="*/ 180975 w 495300"/>
                <a:gd name="connsiteY0" fmla="*/ 304800 h 304800"/>
                <a:gd name="connsiteX1" fmla="*/ 495300 w 495300"/>
                <a:gd name="connsiteY1" fmla="*/ 304800 h 304800"/>
                <a:gd name="connsiteX2" fmla="*/ 495300 w 495300"/>
                <a:gd name="connsiteY2" fmla="*/ 0 h 304800"/>
                <a:gd name="connsiteX3" fmla="*/ 0 w 495300"/>
                <a:gd name="connsiteY3" fmla="*/ 0 h 304800"/>
                <a:gd name="connsiteX4" fmla="*/ 0 w 495300"/>
                <a:gd name="connsiteY4" fmla="*/ 304800 h 304800"/>
                <a:gd name="connsiteX5" fmla="*/ 180975 w 495300"/>
                <a:gd name="connsiteY5" fmla="*/ 304800 h 304800"/>
                <a:gd name="connsiteX6" fmla="*/ 180975 w 495300"/>
                <a:gd name="connsiteY6" fmla="*/ 285750 h 304800"/>
                <a:gd name="connsiteX7" fmla="*/ 180975 w 495300"/>
                <a:gd name="connsiteY7" fmla="*/ 209550 h 304800"/>
                <a:gd name="connsiteX8" fmla="*/ 314325 w 495300"/>
                <a:gd name="connsiteY8" fmla="*/ 209550 h 304800"/>
                <a:gd name="connsiteX9" fmla="*/ 314325 w 495300"/>
                <a:gd name="connsiteY9" fmla="*/ 285750 h 304800"/>
                <a:gd name="connsiteX10" fmla="*/ 180975 w 495300"/>
                <a:gd name="connsiteY10" fmla="*/ 114300 h 304800"/>
                <a:gd name="connsiteX11" fmla="*/ 314325 w 495300"/>
                <a:gd name="connsiteY11" fmla="*/ 114300 h 304800"/>
                <a:gd name="connsiteX12" fmla="*/ 314325 w 495300"/>
                <a:gd name="connsiteY12" fmla="*/ 190500 h 304800"/>
                <a:gd name="connsiteX13" fmla="*/ 180975 w 495300"/>
                <a:gd name="connsiteY13" fmla="*/ 190500 h 304800"/>
                <a:gd name="connsiteX14" fmla="*/ 161925 w 495300"/>
                <a:gd name="connsiteY14" fmla="*/ 190500 h 304800"/>
                <a:gd name="connsiteX15" fmla="*/ 19050 w 495300"/>
                <a:gd name="connsiteY15" fmla="*/ 190500 h 304800"/>
                <a:gd name="connsiteX16" fmla="*/ 19050 w 495300"/>
                <a:gd name="connsiteY16" fmla="*/ 114300 h 304800"/>
                <a:gd name="connsiteX17" fmla="*/ 161925 w 495300"/>
                <a:gd name="connsiteY17" fmla="*/ 114300 h 304800"/>
                <a:gd name="connsiteX18" fmla="*/ 333375 w 495300"/>
                <a:gd name="connsiteY18" fmla="*/ 114300 h 304800"/>
                <a:gd name="connsiteX19" fmla="*/ 476250 w 495300"/>
                <a:gd name="connsiteY19" fmla="*/ 114300 h 304800"/>
                <a:gd name="connsiteX20" fmla="*/ 476250 w 495300"/>
                <a:gd name="connsiteY20" fmla="*/ 190500 h 304800"/>
                <a:gd name="connsiteX21" fmla="*/ 333375 w 495300"/>
                <a:gd name="connsiteY21" fmla="*/ 190500 h 304800"/>
                <a:gd name="connsiteX22" fmla="*/ 333375 w 495300"/>
                <a:gd name="connsiteY22" fmla="*/ 285750 h 304800"/>
                <a:gd name="connsiteX23" fmla="*/ 333375 w 495300"/>
                <a:gd name="connsiteY23" fmla="*/ 209550 h 304800"/>
                <a:gd name="connsiteX24" fmla="*/ 476250 w 495300"/>
                <a:gd name="connsiteY24" fmla="*/ 209550 h 304800"/>
                <a:gd name="connsiteX25" fmla="*/ 476250 w 495300"/>
                <a:gd name="connsiteY25" fmla="*/ 285750 h 304800"/>
                <a:gd name="connsiteX26" fmla="*/ 476250 w 495300"/>
                <a:gd name="connsiteY26" fmla="*/ 19050 h 304800"/>
                <a:gd name="connsiteX27" fmla="*/ 476250 w 495300"/>
                <a:gd name="connsiteY27" fmla="*/ 95250 h 304800"/>
                <a:gd name="connsiteX28" fmla="*/ 333375 w 495300"/>
                <a:gd name="connsiteY28" fmla="*/ 95250 h 304800"/>
                <a:gd name="connsiteX29" fmla="*/ 333375 w 495300"/>
                <a:gd name="connsiteY29" fmla="*/ 19050 h 304800"/>
                <a:gd name="connsiteX30" fmla="*/ 314325 w 495300"/>
                <a:gd name="connsiteY30" fmla="*/ 19050 h 304800"/>
                <a:gd name="connsiteX31" fmla="*/ 314325 w 495300"/>
                <a:gd name="connsiteY31" fmla="*/ 95250 h 304800"/>
                <a:gd name="connsiteX32" fmla="*/ 180975 w 495300"/>
                <a:gd name="connsiteY32" fmla="*/ 95250 h 304800"/>
                <a:gd name="connsiteX33" fmla="*/ 180975 w 495300"/>
                <a:gd name="connsiteY33" fmla="*/ 19050 h 304800"/>
                <a:gd name="connsiteX34" fmla="*/ 161925 w 495300"/>
                <a:gd name="connsiteY34" fmla="*/ 19050 h 304800"/>
                <a:gd name="connsiteX35" fmla="*/ 161925 w 495300"/>
                <a:gd name="connsiteY35" fmla="*/ 95250 h 304800"/>
                <a:gd name="connsiteX36" fmla="*/ 19050 w 495300"/>
                <a:gd name="connsiteY36" fmla="*/ 95250 h 304800"/>
                <a:gd name="connsiteX37" fmla="*/ 19050 w 495300"/>
                <a:gd name="connsiteY37" fmla="*/ 19050 h 304800"/>
                <a:gd name="connsiteX38" fmla="*/ 19050 w 495300"/>
                <a:gd name="connsiteY38" fmla="*/ 285750 h 304800"/>
                <a:gd name="connsiteX39" fmla="*/ 19050 w 495300"/>
                <a:gd name="connsiteY39" fmla="*/ 209550 h 304800"/>
                <a:gd name="connsiteX40" fmla="*/ 161925 w 495300"/>
                <a:gd name="connsiteY40" fmla="*/ 209550 h 304800"/>
                <a:gd name="connsiteX41" fmla="*/ 161925 w 495300"/>
                <a:gd name="connsiteY41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5300" h="304800">
                  <a:moveTo>
                    <a:pt x="180975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80975" y="304800"/>
                  </a:lnTo>
                  <a:close/>
                  <a:moveTo>
                    <a:pt x="180975" y="285750"/>
                  </a:moveTo>
                  <a:lnTo>
                    <a:pt x="180975" y="209550"/>
                  </a:lnTo>
                  <a:lnTo>
                    <a:pt x="314325" y="209550"/>
                  </a:lnTo>
                  <a:lnTo>
                    <a:pt x="314325" y="285750"/>
                  </a:lnTo>
                  <a:close/>
                  <a:moveTo>
                    <a:pt x="180975" y="114300"/>
                  </a:moveTo>
                  <a:lnTo>
                    <a:pt x="314325" y="114300"/>
                  </a:lnTo>
                  <a:lnTo>
                    <a:pt x="314325" y="190500"/>
                  </a:lnTo>
                  <a:lnTo>
                    <a:pt x="180975" y="190500"/>
                  </a:lnTo>
                  <a:close/>
                  <a:moveTo>
                    <a:pt x="161925" y="190500"/>
                  </a:moveTo>
                  <a:lnTo>
                    <a:pt x="19050" y="190500"/>
                  </a:lnTo>
                  <a:lnTo>
                    <a:pt x="19050" y="114300"/>
                  </a:lnTo>
                  <a:lnTo>
                    <a:pt x="161925" y="114300"/>
                  </a:lnTo>
                  <a:close/>
                  <a:moveTo>
                    <a:pt x="333375" y="114300"/>
                  </a:moveTo>
                  <a:lnTo>
                    <a:pt x="476250" y="114300"/>
                  </a:lnTo>
                  <a:lnTo>
                    <a:pt x="476250" y="190500"/>
                  </a:lnTo>
                  <a:lnTo>
                    <a:pt x="333375" y="190500"/>
                  </a:lnTo>
                  <a:close/>
                  <a:moveTo>
                    <a:pt x="333375" y="285750"/>
                  </a:moveTo>
                  <a:lnTo>
                    <a:pt x="333375" y="209550"/>
                  </a:lnTo>
                  <a:lnTo>
                    <a:pt x="476250" y="209550"/>
                  </a:lnTo>
                  <a:lnTo>
                    <a:pt x="476250" y="285750"/>
                  </a:lnTo>
                  <a:close/>
                  <a:moveTo>
                    <a:pt x="476250" y="19050"/>
                  </a:moveTo>
                  <a:lnTo>
                    <a:pt x="476250" y="95250"/>
                  </a:lnTo>
                  <a:lnTo>
                    <a:pt x="333375" y="95250"/>
                  </a:lnTo>
                  <a:lnTo>
                    <a:pt x="333375" y="19050"/>
                  </a:lnTo>
                  <a:close/>
                  <a:moveTo>
                    <a:pt x="314325" y="19050"/>
                  </a:moveTo>
                  <a:lnTo>
                    <a:pt x="314325" y="95250"/>
                  </a:lnTo>
                  <a:lnTo>
                    <a:pt x="180975" y="95250"/>
                  </a:lnTo>
                  <a:lnTo>
                    <a:pt x="180975" y="19050"/>
                  </a:lnTo>
                  <a:close/>
                  <a:moveTo>
                    <a:pt x="161925" y="19050"/>
                  </a:moveTo>
                  <a:lnTo>
                    <a:pt x="161925" y="95250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  <a:moveTo>
                    <a:pt x="19050" y="285750"/>
                  </a:moveTo>
                  <a:lnTo>
                    <a:pt x="19050" y="209550"/>
                  </a:lnTo>
                  <a:lnTo>
                    <a:pt x="161925" y="209550"/>
                  </a:lnTo>
                  <a:lnTo>
                    <a:pt x="161925" y="2857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16AE3CF-4D47-F3C2-027A-83FC374A6327}"/>
              </a:ext>
            </a:extLst>
          </p:cNvPr>
          <p:cNvSpPr txBox="1"/>
          <p:nvPr/>
        </p:nvSpPr>
        <p:spPr>
          <a:xfrm>
            <a:off x="575074" y="1838882"/>
            <a:ext cx="2416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bg1">
                    <a:lumMod val="85000"/>
                  </a:schemeClr>
                </a:solidFill>
              </a:rPr>
              <a:t>What is next?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863ABC9-2E6A-EE86-6BAC-E6D28ADA92C6}"/>
              </a:ext>
            </a:extLst>
          </p:cNvPr>
          <p:cNvGrpSpPr/>
          <p:nvPr/>
        </p:nvGrpSpPr>
        <p:grpSpPr>
          <a:xfrm>
            <a:off x="355173" y="2893556"/>
            <a:ext cx="7418769" cy="830997"/>
            <a:chOff x="340576" y="2133110"/>
            <a:chExt cx="7418769" cy="83099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2345C49-A677-18A2-880C-B7386325371B}"/>
                </a:ext>
              </a:extLst>
            </p:cNvPr>
            <p:cNvSpPr txBox="1"/>
            <p:nvPr/>
          </p:nvSpPr>
          <p:spPr>
            <a:xfrm>
              <a:off x="1145268" y="2133110"/>
              <a:ext cx="661407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chemeClr val="bg1">
                      <a:lumMod val="95000"/>
                    </a:schemeClr>
                  </a:solidFill>
                </a:rPr>
                <a:t>A deep-dive text analysis was conducted on customers’ complaints and cancellation reasons</a:t>
              </a:r>
            </a:p>
          </p:txBody>
        </p:sp>
        <p:grpSp>
          <p:nvGrpSpPr>
            <p:cNvPr id="56" name="Graphic 22" descr="Statistics outline">
              <a:extLst>
                <a:ext uri="{FF2B5EF4-FFF2-40B4-BE49-F238E27FC236}">
                  <a16:creationId xmlns:a16="http://schemas.microsoft.com/office/drawing/2014/main" id="{AC18AA0F-357B-4333-F4C9-DEFF564661F7}"/>
                </a:ext>
              </a:extLst>
            </p:cNvPr>
            <p:cNvGrpSpPr/>
            <p:nvPr/>
          </p:nvGrpSpPr>
          <p:grpSpPr>
            <a:xfrm>
              <a:off x="340576" y="2343075"/>
              <a:ext cx="647423" cy="531872"/>
              <a:chOff x="5772150" y="3114675"/>
              <a:chExt cx="647423" cy="647700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3B7AAD8-9EC9-D8D0-7656-A870B4F97263}"/>
                  </a:ext>
                </a:extLst>
              </p:cNvPr>
              <p:cNvSpPr/>
              <p:nvPr/>
            </p:nvSpPr>
            <p:spPr>
              <a:xfrm>
                <a:off x="5772150" y="3114675"/>
                <a:ext cx="647423" cy="647700"/>
              </a:xfrm>
              <a:custGeom>
                <a:avLst/>
                <a:gdLst>
                  <a:gd name="connsiteX0" fmla="*/ 628374 w 647423"/>
                  <a:gd name="connsiteY0" fmla="*/ 0 h 647700"/>
                  <a:gd name="connsiteX1" fmla="*/ 628374 w 647423"/>
                  <a:gd name="connsiteY1" fmla="*/ 628650 h 647700"/>
                  <a:gd name="connsiteX2" fmla="*/ 0 w 647423"/>
                  <a:gd name="connsiteY2" fmla="*/ 628650 h 647700"/>
                  <a:gd name="connsiteX3" fmla="*/ 0 w 647423"/>
                  <a:gd name="connsiteY3" fmla="*/ 647700 h 647700"/>
                  <a:gd name="connsiteX4" fmla="*/ 647424 w 647423"/>
                  <a:gd name="connsiteY4" fmla="*/ 647700 h 647700"/>
                  <a:gd name="connsiteX5" fmla="*/ 647424 w 647423"/>
                  <a:gd name="connsiteY5" fmla="*/ 0 h 647700"/>
                  <a:gd name="connsiteX6" fmla="*/ 628374 w 647423"/>
                  <a:gd name="connsiteY6" fmla="*/ 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423" h="647700">
                    <a:moveTo>
                      <a:pt x="628374" y="0"/>
                    </a:moveTo>
                    <a:lnTo>
                      <a:pt x="628374" y="628650"/>
                    </a:lnTo>
                    <a:lnTo>
                      <a:pt x="0" y="628650"/>
                    </a:lnTo>
                    <a:lnTo>
                      <a:pt x="0" y="647700"/>
                    </a:lnTo>
                    <a:lnTo>
                      <a:pt x="647424" y="647700"/>
                    </a:lnTo>
                    <a:lnTo>
                      <a:pt x="647424" y="0"/>
                    </a:lnTo>
                    <a:lnTo>
                      <a:pt x="628374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97C28A0-6545-4BD3-2C2F-6670EF3BBDC0}"/>
                  </a:ext>
                </a:extLst>
              </p:cNvPr>
              <p:cNvSpPr/>
              <p:nvPr/>
            </p:nvSpPr>
            <p:spPr>
              <a:xfrm>
                <a:off x="5838540" y="3143398"/>
                <a:ext cx="481731" cy="522005"/>
              </a:xfrm>
              <a:custGeom>
                <a:avLst/>
                <a:gdLst>
                  <a:gd name="connsiteX0" fmla="*/ 38099 w 481731"/>
                  <a:gd name="connsiteY0" fmla="*/ 76052 h 522005"/>
                  <a:gd name="connsiteX1" fmla="*/ 40747 w 481731"/>
                  <a:gd name="connsiteY1" fmla="*/ 75785 h 522005"/>
                  <a:gd name="connsiteX2" fmla="*/ 109698 w 481731"/>
                  <a:gd name="connsiteY2" fmla="*/ 274991 h 522005"/>
                  <a:gd name="connsiteX3" fmla="*/ 103683 w 481731"/>
                  <a:gd name="connsiteY3" fmla="*/ 328441 h 522005"/>
                  <a:gd name="connsiteX4" fmla="*/ 157133 w 481731"/>
                  <a:gd name="connsiteY4" fmla="*/ 334456 h 522005"/>
                  <a:gd name="connsiteX5" fmla="*/ 171449 w 481731"/>
                  <a:gd name="connsiteY5" fmla="*/ 304652 h 522005"/>
                  <a:gd name="connsiteX6" fmla="*/ 170744 w 481731"/>
                  <a:gd name="connsiteY6" fmla="*/ 297661 h 522005"/>
                  <a:gd name="connsiteX7" fmla="*/ 316772 w 481731"/>
                  <a:gd name="connsiteY7" fmla="*/ 186399 h 522005"/>
                  <a:gd name="connsiteX8" fmla="*/ 332583 w 481731"/>
                  <a:gd name="connsiteY8" fmla="*/ 190276 h 522005"/>
                  <a:gd name="connsiteX9" fmla="*/ 415260 w 481731"/>
                  <a:gd name="connsiteY9" fmla="*/ 445822 h 522005"/>
                  <a:gd name="connsiteX10" fmla="*/ 405548 w 481731"/>
                  <a:gd name="connsiteY10" fmla="*/ 504441 h 522005"/>
                  <a:gd name="connsiteX11" fmla="*/ 464167 w 481731"/>
                  <a:gd name="connsiteY11" fmla="*/ 514153 h 522005"/>
                  <a:gd name="connsiteX12" fmla="*/ 473879 w 481731"/>
                  <a:gd name="connsiteY12" fmla="*/ 455535 h 522005"/>
                  <a:gd name="connsiteX13" fmla="*/ 432920 w 481731"/>
                  <a:gd name="connsiteY13" fmla="*/ 438526 h 522005"/>
                  <a:gd name="connsiteX14" fmla="*/ 351138 w 481731"/>
                  <a:gd name="connsiteY14" fmla="*/ 185761 h 522005"/>
                  <a:gd name="connsiteX15" fmla="*/ 366753 w 481731"/>
                  <a:gd name="connsiteY15" fmla="*/ 134374 h 522005"/>
                  <a:gd name="connsiteX16" fmla="*/ 315367 w 481731"/>
                  <a:gd name="connsiteY16" fmla="*/ 118759 h 522005"/>
                  <a:gd name="connsiteX17" fmla="*/ 299752 w 481731"/>
                  <a:gd name="connsiteY17" fmla="*/ 170146 h 522005"/>
                  <a:gd name="connsiteX18" fmla="*/ 301942 w 481731"/>
                  <a:gd name="connsiteY18" fmla="*/ 173750 h 522005"/>
                  <a:gd name="connsiteX19" fmla="*/ 162296 w 481731"/>
                  <a:gd name="connsiteY19" fmla="*/ 280144 h 522005"/>
                  <a:gd name="connsiteX20" fmla="*/ 133349 w 481731"/>
                  <a:gd name="connsiteY20" fmla="*/ 266552 h 522005"/>
                  <a:gd name="connsiteX21" fmla="*/ 127158 w 481731"/>
                  <a:gd name="connsiteY21" fmla="*/ 267171 h 522005"/>
                  <a:gd name="connsiteX22" fmla="*/ 58854 w 481731"/>
                  <a:gd name="connsiteY22" fmla="*/ 69842 h 522005"/>
                  <a:gd name="connsiteX23" fmla="*/ 69842 w 481731"/>
                  <a:gd name="connsiteY23" fmla="*/ 17203 h 522005"/>
                  <a:gd name="connsiteX24" fmla="*/ 17202 w 481731"/>
                  <a:gd name="connsiteY24" fmla="*/ 6215 h 522005"/>
                  <a:gd name="connsiteX25" fmla="*/ 6215 w 481731"/>
                  <a:gd name="connsiteY25" fmla="*/ 58854 h 522005"/>
                  <a:gd name="connsiteX26" fmla="*/ 38099 w 481731"/>
                  <a:gd name="connsiteY26" fmla="*/ 76052 h 522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81731" h="522005">
                    <a:moveTo>
                      <a:pt x="38099" y="76052"/>
                    </a:moveTo>
                    <a:cubicBezTo>
                      <a:pt x="39052" y="76052"/>
                      <a:pt x="39852" y="75852"/>
                      <a:pt x="40747" y="75785"/>
                    </a:cubicBezTo>
                    <a:lnTo>
                      <a:pt x="109698" y="274991"/>
                    </a:lnTo>
                    <a:cubicBezTo>
                      <a:pt x="93277" y="288090"/>
                      <a:pt x="90585" y="312020"/>
                      <a:pt x="103683" y="328441"/>
                    </a:cubicBezTo>
                    <a:cubicBezTo>
                      <a:pt x="116782" y="344862"/>
                      <a:pt x="140712" y="347554"/>
                      <a:pt x="157133" y="334456"/>
                    </a:cubicBezTo>
                    <a:cubicBezTo>
                      <a:pt x="166200" y="327223"/>
                      <a:pt x="171471" y="316250"/>
                      <a:pt x="171449" y="304652"/>
                    </a:cubicBezTo>
                    <a:cubicBezTo>
                      <a:pt x="171428" y="302305"/>
                      <a:pt x="171192" y="299965"/>
                      <a:pt x="170744" y="297661"/>
                    </a:cubicBezTo>
                    <a:lnTo>
                      <a:pt x="316772" y="186399"/>
                    </a:lnTo>
                    <a:cubicBezTo>
                      <a:pt x="321699" y="188823"/>
                      <a:pt x="327094" y="190146"/>
                      <a:pt x="332583" y="190276"/>
                    </a:cubicBezTo>
                    <a:lnTo>
                      <a:pt x="415260" y="445822"/>
                    </a:lnTo>
                    <a:cubicBezTo>
                      <a:pt x="396391" y="459326"/>
                      <a:pt x="392042" y="485572"/>
                      <a:pt x="405548" y="504441"/>
                    </a:cubicBezTo>
                    <a:cubicBezTo>
                      <a:pt x="419052" y="523310"/>
                      <a:pt x="445297" y="527659"/>
                      <a:pt x="464167" y="514153"/>
                    </a:cubicBezTo>
                    <a:cubicBezTo>
                      <a:pt x="483036" y="500649"/>
                      <a:pt x="487384" y="474404"/>
                      <a:pt x="473879" y="455535"/>
                    </a:cubicBezTo>
                    <a:cubicBezTo>
                      <a:pt x="464574" y="442534"/>
                      <a:pt x="448697" y="435941"/>
                      <a:pt x="432920" y="438526"/>
                    </a:cubicBezTo>
                    <a:lnTo>
                      <a:pt x="351138" y="185761"/>
                    </a:lnTo>
                    <a:cubicBezTo>
                      <a:pt x="369640" y="175882"/>
                      <a:pt x="376631" y="152877"/>
                      <a:pt x="366753" y="134374"/>
                    </a:cubicBezTo>
                    <a:cubicBezTo>
                      <a:pt x="356875" y="115873"/>
                      <a:pt x="333869" y="108882"/>
                      <a:pt x="315367" y="118759"/>
                    </a:cubicBezTo>
                    <a:cubicBezTo>
                      <a:pt x="296865" y="128638"/>
                      <a:pt x="289874" y="151644"/>
                      <a:pt x="299752" y="170146"/>
                    </a:cubicBezTo>
                    <a:cubicBezTo>
                      <a:pt x="300415" y="171387"/>
                      <a:pt x="301145" y="172590"/>
                      <a:pt x="301942" y="173750"/>
                    </a:cubicBezTo>
                    <a:lnTo>
                      <a:pt x="162296" y="280144"/>
                    </a:lnTo>
                    <a:cubicBezTo>
                      <a:pt x="155130" y="271557"/>
                      <a:pt x="144532" y="266581"/>
                      <a:pt x="133349" y="266552"/>
                    </a:cubicBezTo>
                    <a:cubicBezTo>
                      <a:pt x="131272" y="266593"/>
                      <a:pt x="129202" y="266800"/>
                      <a:pt x="127158" y="267171"/>
                    </a:cubicBezTo>
                    <a:lnTo>
                      <a:pt x="58854" y="69842"/>
                    </a:lnTo>
                    <a:cubicBezTo>
                      <a:pt x="76424" y="58340"/>
                      <a:pt x="81343" y="34772"/>
                      <a:pt x="69842" y="17203"/>
                    </a:cubicBezTo>
                    <a:cubicBezTo>
                      <a:pt x="58340" y="-368"/>
                      <a:pt x="34773" y="-5287"/>
                      <a:pt x="17202" y="6215"/>
                    </a:cubicBezTo>
                    <a:cubicBezTo>
                      <a:pt x="-368" y="17717"/>
                      <a:pt x="-5287" y="41284"/>
                      <a:pt x="6215" y="58854"/>
                    </a:cubicBezTo>
                    <a:cubicBezTo>
                      <a:pt x="13254" y="69606"/>
                      <a:pt x="25248" y="76076"/>
                      <a:pt x="38099" y="760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F2BFD8E-A3FA-1132-C954-B29E8BFB3239}"/>
              </a:ext>
            </a:extLst>
          </p:cNvPr>
          <p:cNvGrpSpPr/>
          <p:nvPr/>
        </p:nvGrpSpPr>
        <p:grpSpPr>
          <a:xfrm>
            <a:off x="355173" y="4731343"/>
            <a:ext cx="7418769" cy="830997"/>
            <a:chOff x="340576" y="3970897"/>
            <a:chExt cx="7418769" cy="8309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2F72E50-A1FE-F16B-175E-36EFA7204737}"/>
                </a:ext>
              </a:extLst>
            </p:cNvPr>
            <p:cNvSpPr txBox="1"/>
            <p:nvPr/>
          </p:nvSpPr>
          <p:spPr>
            <a:xfrm>
              <a:off x="1145268" y="3970897"/>
              <a:ext cx="661407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chemeClr val="bg1">
                      <a:lumMod val="95000"/>
                    </a:schemeClr>
                  </a:solidFill>
                </a:rPr>
                <a:t>The analysis helps to move vague themes to precise and actionable issues.</a:t>
              </a:r>
            </a:p>
          </p:txBody>
        </p:sp>
        <p:grpSp>
          <p:nvGrpSpPr>
            <p:cNvPr id="78" name="Graphic 52" descr="Brainstorm outline">
              <a:extLst>
                <a:ext uri="{FF2B5EF4-FFF2-40B4-BE49-F238E27FC236}">
                  <a16:creationId xmlns:a16="http://schemas.microsoft.com/office/drawing/2014/main" id="{137057C6-48AD-2228-A0EC-567A8D70FE8F}"/>
                </a:ext>
              </a:extLst>
            </p:cNvPr>
            <p:cNvGrpSpPr/>
            <p:nvPr/>
          </p:nvGrpSpPr>
          <p:grpSpPr>
            <a:xfrm>
              <a:off x="340576" y="4006877"/>
              <a:ext cx="647423" cy="681963"/>
              <a:chOff x="6372150" y="3625139"/>
              <a:chExt cx="647794" cy="768667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D503659-B3D1-2875-EB06-89ECC3497512}"/>
                  </a:ext>
                </a:extLst>
              </p:cNvPr>
              <p:cNvSpPr/>
              <p:nvPr/>
            </p:nvSpPr>
            <p:spPr>
              <a:xfrm>
                <a:off x="6372150" y="3625139"/>
                <a:ext cx="647794" cy="768667"/>
              </a:xfrm>
              <a:custGeom>
                <a:avLst/>
                <a:gdLst>
                  <a:gd name="connsiteX0" fmla="*/ 572453 w 647794"/>
                  <a:gd name="connsiteY0" fmla="*/ 301943 h 768667"/>
                  <a:gd name="connsiteX1" fmla="*/ 572453 w 647794"/>
                  <a:gd name="connsiteY1" fmla="*/ 297180 h 768667"/>
                  <a:gd name="connsiteX2" fmla="*/ 296228 w 647794"/>
                  <a:gd name="connsiteY2" fmla="*/ 0 h 768667"/>
                  <a:gd name="connsiteX3" fmla="*/ 285750 w 647794"/>
                  <a:gd name="connsiteY3" fmla="*/ 0 h 768667"/>
                  <a:gd name="connsiteX4" fmla="*/ 0 w 647794"/>
                  <a:gd name="connsiteY4" fmla="*/ 276225 h 768667"/>
                  <a:gd name="connsiteX5" fmla="*/ 0 w 647794"/>
                  <a:gd name="connsiteY5" fmla="*/ 297180 h 768667"/>
                  <a:gd name="connsiteX6" fmla="*/ 112395 w 647794"/>
                  <a:gd name="connsiteY6" fmla="*/ 527685 h 768667"/>
                  <a:gd name="connsiteX7" fmla="*/ 112395 w 647794"/>
                  <a:gd name="connsiteY7" fmla="*/ 527685 h 768667"/>
                  <a:gd name="connsiteX8" fmla="*/ 112395 w 647794"/>
                  <a:gd name="connsiteY8" fmla="*/ 768668 h 768667"/>
                  <a:gd name="connsiteX9" fmla="*/ 413385 w 647794"/>
                  <a:gd name="connsiteY9" fmla="*/ 768668 h 768667"/>
                  <a:gd name="connsiteX10" fmla="*/ 413385 w 647794"/>
                  <a:gd name="connsiteY10" fmla="*/ 654368 h 768667"/>
                  <a:gd name="connsiteX11" fmla="*/ 413385 w 647794"/>
                  <a:gd name="connsiteY11" fmla="*/ 654368 h 768667"/>
                  <a:gd name="connsiteX12" fmla="*/ 460058 w 647794"/>
                  <a:gd name="connsiteY12" fmla="*/ 654368 h 768667"/>
                  <a:gd name="connsiteX13" fmla="*/ 568643 w 647794"/>
                  <a:gd name="connsiteY13" fmla="*/ 573405 h 768667"/>
                  <a:gd name="connsiteX14" fmla="*/ 572453 w 647794"/>
                  <a:gd name="connsiteY14" fmla="*/ 540068 h 768667"/>
                  <a:gd name="connsiteX15" fmla="*/ 572453 w 647794"/>
                  <a:gd name="connsiteY15" fmla="*/ 482918 h 768667"/>
                  <a:gd name="connsiteX16" fmla="*/ 572453 w 647794"/>
                  <a:gd name="connsiteY16" fmla="*/ 482918 h 768667"/>
                  <a:gd name="connsiteX17" fmla="*/ 614363 w 647794"/>
                  <a:gd name="connsiteY17" fmla="*/ 482918 h 768667"/>
                  <a:gd name="connsiteX18" fmla="*/ 638175 w 647794"/>
                  <a:gd name="connsiteY18" fmla="*/ 416243 h 768667"/>
                  <a:gd name="connsiteX19" fmla="*/ 572453 w 647794"/>
                  <a:gd name="connsiteY19" fmla="*/ 301943 h 768667"/>
                  <a:gd name="connsiteX20" fmla="*/ 626745 w 647794"/>
                  <a:gd name="connsiteY20" fmla="*/ 453390 h 768667"/>
                  <a:gd name="connsiteX21" fmla="*/ 613410 w 647794"/>
                  <a:gd name="connsiteY21" fmla="*/ 463868 h 768667"/>
                  <a:gd name="connsiteX22" fmla="*/ 553403 w 647794"/>
                  <a:gd name="connsiteY22" fmla="*/ 463868 h 768667"/>
                  <a:gd name="connsiteX23" fmla="*/ 553403 w 647794"/>
                  <a:gd name="connsiteY23" fmla="*/ 482918 h 768667"/>
                  <a:gd name="connsiteX24" fmla="*/ 553403 w 647794"/>
                  <a:gd name="connsiteY24" fmla="*/ 540068 h 768667"/>
                  <a:gd name="connsiteX25" fmla="*/ 553403 w 647794"/>
                  <a:gd name="connsiteY25" fmla="*/ 541973 h 768667"/>
                  <a:gd name="connsiteX26" fmla="*/ 461010 w 647794"/>
                  <a:gd name="connsiteY26" fmla="*/ 635318 h 768667"/>
                  <a:gd name="connsiteX27" fmla="*/ 460058 w 647794"/>
                  <a:gd name="connsiteY27" fmla="*/ 635318 h 768667"/>
                  <a:gd name="connsiteX28" fmla="*/ 393383 w 647794"/>
                  <a:gd name="connsiteY28" fmla="*/ 635318 h 768667"/>
                  <a:gd name="connsiteX29" fmla="*/ 393383 w 647794"/>
                  <a:gd name="connsiteY29" fmla="*/ 749618 h 768667"/>
                  <a:gd name="connsiteX30" fmla="*/ 130493 w 647794"/>
                  <a:gd name="connsiteY30" fmla="*/ 749618 h 768667"/>
                  <a:gd name="connsiteX31" fmla="*/ 130493 w 647794"/>
                  <a:gd name="connsiteY31" fmla="*/ 518160 h 768667"/>
                  <a:gd name="connsiteX32" fmla="*/ 123825 w 647794"/>
                  <a:gd name="connsiteY32" fmla="*/ 512445 h 768667"/>
                  <a:gd name="connsiteX33" fmla="*/ 19050 w 647794"/>
                  <a:gd name="connsiteY33" fmla="*/ 297180 h 768667"/>
                  <a:gd name="connsiteX34" fmla="*/ 19050 w 647794"/>
                  <a:gd name="connsiteY34" fmla="*/ 296228 h 768667"/>
                  <a:gd name="connsiteX35" fmla="*/ 19050 w 647794"/>
                  <a:gd name="connsiteY35" fmla="*/ 277178 h 768667"/>
                  <a:gd name="connsiteX36" fmla="*/ 285750 w 647794"/>
                  <a:gd name="connsiteY36" fmla="*/ 19050 h 768667"/>
                  <a:gd name="connsiteX37" fmla="*/ 295275 w 647794"/>
                  <a:gd name="connsiteY37" fmla="*/ 19050 h 768667"/>
                  <a:gd name="connsiteX38" fmla="*/ 552450 w 647794"/>
                  <a:gd name="connsiteY38" fmla="*/ 296228 h 768667"/>
                  <a:gd name="connsiteX39" fmla="*/ 552450 w 647794"/>
                  <a:gd name="connsiteY39" fmla="*/ 296228 h 768667"/>
                  <a:gd name="connsiteX40" fmla="*/ 552450 w 647794"/>
                  <a:gd name="connsiteY40" fmla="*/ 306705 h 768667"/>
                  <a:gd name="connsiteX41" fmla="*/ 555308 w 647794"/>
                  <a:gd name="connsiteY41" fmla="*/ 311468 h 768667"/>
                  <a:gd name="connsiteX42" fmla="*/ 621030 w 647794"/>
                  <a:gd name="connsiteY42" fmla="*/ 425768 h 768667"/>
                  <a:gd name="connsiteX43" fmla="*/ 621030 w 647794"/>
                  <a:gd name="connsiteY43" fmla="*/ 425768 h 768667"/>
                  <a:gd name="connsiteX44" fmla="*/ 621030 w 647794"/>
                  <a:gd name="connsiteY44" fmla="*/ 425768 h 768667"/>
                  <a:gd name="connsiteX45" fmla="*/ 626745 w 647794"/>
                  <a:gd name="connsiteY45" fmla="*/ 453390 h 768667"/>
                  <a:gd name="connsiteX46" fmla="*/ 626745 w 647794"/>
                  <a:gd name="connsiteY46" fmla="*/ 453390 h 768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647794" h="768667">
                    <a:moveTo>
                      <a:pt x="572453" y="301943"/>
                    </a:moveTo>
                    <a:lnTo>
                      <a:pt x="572453" y="297180"/>
                    </a:lnTo>
                    <a:cubicBezTo>
                      <a:pt x="578168" y="139065"/>
                      <a:pt x="454343" y="6668"/>
                      <a:pt x="296228" y="0"/>
                    </a:cubicBezTo>
                    <a:cubicBezTo>
                      <a:pt x="292418" y="0"/>
                      <a:pt x="289560" y="0"/>
                      <a:pt x="285750" y="0"/>
                    </a:cubicBezTo>
                    <a:cubicBezTo>
                      <a:pt x="131445" y="0"/>
                      <a:pt x="5715" y="121920"/>
                      <a:pt x="0" y="276225"/>
                    </a:cubicBezTo>
                    <a:cubicBezTo>
                      <a:pt x="0" y="282893"/>
                      <a:pt x="0" y="290513"/>
                      <a:pt x="0" y="297180"/>
                    </a:cubicBezTo>
                    <a:cubicBezTo>
                      <a:pt x="0" y="387668"/>
                      <a:pt x="40957" y="472440"/>
                      <a:pt x="112395" y="527685"/>
                    </a:cubicBezTo>
                    <a:lnTo>
                      <a:pt x="112395" y="527685"/>
                    </a:lnTo>
                    <a:lnTo>
                      <a:pt x="112395" y="768668"/>
                    </a:lnTo>
                    <a:lnTo>
                      <a:pt x="413385" y="768668"/>
                    </a:lnTo>
                    <a:lnTo>
                      <a:pt x="413385" y="654368"/>
                    </a:lnTo>
                    <a:lnTo>
                      <a:pt x="413385" y="654368"/>
                    </a:lnTo>
                    <a:lnTo>
                      <a:pt x="460058" y="654368"/>
                    </a:lnTo>
                    <a:cubicBezTo>
                      <a:pt x="506730" y="654368"/>
                      <a:pt x="556260" y="618173"/>
                      <a:pt x="568643" y="573405"/>
                    </a:cubicBezTo>
                    <a:cubicBezTo>
                      <a:pt x="571500" y="562928"/>
                      <a:pt x="573405" y="551498"/>
                      <a:pt x="572453" y="540068"/>
                    </a:cubicBezTo>
                    <a:lnTo>
                      <a:pt x="572453" y="482918"/>
                    </a:lnTo>
                    <a:lnTo>
                      <a:pt x="572453" y="482918"/>
                    </a:lnTo>
                    <a:lnTo>
                      <a:pt x="614363" y="482918"/>
                    </a:lnTo>
                    <a:cubicBezTo>
                      <a:pt x="639128" y="480060"/>
                      <a:pt x="661035" y="451485"/>
                      <a:pt x="638175" y="416243"/>
                    </a:cubicBezTo>
                    <a:lnTo>
                      <a:pt x="572453" y="301943"/>
                    </a:lnTo>
                    <a:close/>
                    <a:moveTo>
                      <a:pt x="626745" y="453390"/>
                    </a:moveTo>
                    <a:cubicBezTo>
                      <a:pt x="623888" y="459105"/>
                      <a:pt x="619125" y="462915"/>
                      <a:pt x="613410" y="463868"/>
                    </a:cubicBezTo>
                    <a:lnTo>
                      <a:pt x="553403" y="463868"/>
                    </a:lnTo>
                    <a:lnTo>
                      <a:pt x="553403" y="482918"/>
                    </a:lnTo>
                    <a:lnTo>
                      <a:pt x="553403" y="540068"/>
                    </a:lnTo>
                    <a:lnTo>
                      <a:pt x="553403" y="541973"/>
                    </a:lnTo>
                    <a:cubicBezTo>
                      <a:pt x="553403" y="593408"/>
                      <a:pt x="512445" y="635318"/>
                      <a:pt x="461010" y="635318"/>
                    </a:cubicBezTo>
                    <a:cubicBezTo>
                      <a:pt x="461010" y="635318"/>
                      <a:pt x="461010" y="635318"/>
                      <a:pt x="460058" y="635318"/>
                    </a:cubicBezTo>
                    <a:lnTo>
                      <a:pt x="393383" y="635318"/>
                    </a:lnTo>
                    <a:lnTo>
                      <a:pt x="393383" y="749618"/>
                    </a:lnTo>
                    <a:lnTo>
                      <a:pt x="130493" y="749618"/>
                    </a:lnTo>
                    <a:lnTo>
                      <a:pt x="130493" y="518160"/>
                    </a:lnTo>
                    <a:lnTo>
                      <a:pt x="123825" y="512445"/>
                    </a:lnTo>
                    <a:cubicBezTo>
                      <a:pt x="57150" y="461010"/>
                      <a:pt x="19050" y="381953"/>
                      <a:pt x="19050" y="297180"/>
                    </a:cubicBezTo>
                    <a:lnTo>
                      <a:pt x="19050" y="296228"/>
                    </a:lnTo>
                    <a:cubicBezTo>
                      <a:pt x="19050" y="289560"/>
                      <a:pt x="19050" y="283845"/>
                      <a:pt x="19050" y="277178"/>
                    </a:cubicBezTo>
                    <a:cubicBezTo>
                      <a:pt x="23813" y="133350"/>
                      <a:pt x="141923" y="19050"/>
                      <a:pt x="285750" y="19050"/>
                    </a:cubicBezTo>
                    <a:cubicBezTo>
                      <a:pt x="288608" y="19050"/>
                      <a:pt x="292418" y="19050"/>
                      <a:pt x="295275" y="19050"/>
                    </a:cubicBezTo>
                    <a:cubicBezTo>
                      <a:pt x="442913" y="24765"/>
                      <a:pt x="558165" y="148590"/>
                      <a:pt x="552450" y="296228"/>
                    </a:cubicBezTo>
                    <a:lnTo>
                      <a:pt x="552450" y="296228"/>
                    </a:lnTo>
                    <a:lnTo>
                      <a:pt x="552450" y="306705"/>
                    </a:lnTo>
                    <a:lnTo>
                      <a:pt x="555308" y="311468"/>
                    </a:lnTo>
                    <a:lnTo>
                      <a:pt x="621030" y="425768"/>
                    </a:lnTo>
                    <a:lnTo>
                      <a:pt x="621030" y="425768"/>
                    </a:lnTo>
                    <a:lnTo>
                      <a:pt x="621030" y="425768"/>
                    </a:lnTo>
                    <a:cubicBezTo>
                      <a:pt x="628650" y="434340"/>
                      <a:pt x="630555" y="444818"/>
                      <a:pt x="626745" y="453390"/>
                    </a:cubicBezTo>
                    <a:cubicBezTo>
                      <a:pt x="626745" y="453390"/>
                      <a:pt x="626745" y="453390"/>
                      <a:pt x="626745" y="45339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C130FF7-7151-ED63-9F7D-B46505185C5D}"/>
                  </a:ext>
                </a:extLst>
              </p:cNvPr>
              <p:cNvSpPr/>
              <p:nvPr/>
            </p:nvSpPr>
            <p:spPr>
              <a:xfrm>
                <a:off x="6615989" y="4072814"/>
                <a:ext cx="60960" cy="28575"/>
              </a:xfrm>
              <a:custGeom>
                <a:avLst/>
                <a:gdLst>
                  <a:gd name="connsiteX0" fmla="*/ 30480 w 60960"/>
                  <a:gd name="connsiteY0" fmla="*/ 28575 h 28575"/>
                  <a:gd name="connsiteX1" fmla="*/ 30480 w 60960"/>
                  <a:gd name="connsiteY1" fmla="*/ 28575 h 28575"/>
                  <a:gd name="connsiteX2" fmla="*/ 60960 w 60960"/>
                  <a:gd name="connsiteY2" fmla="*/ 0 h 28575"/>
                  <a:gd name="connsiteX3" fmla="*/ 60960 w 60960"/>
                  <a:gd name="connsiteY3" fmla="*/ 0 h 28575"/>
                  <a:gd name="connsiteX4" fmla="*/ 0 w 60960"/>
                  <a:gd name="connsiteY4" fmla="*/ 0 h 28575"/>
                  <a:gd name="connsiteX5" fmla="*/ 0 w 60960"/>
                  <a:gd name="connsiteY5" fmla="*/ 0 h 28575"/>
                  <a:gd name="connsiteX6" fmla="*/ 30480 w 60960"/>
                  <a:gd name="connsiteY6" fmla="*/ 28575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960" h="28575">
                    <a:moveTo>
                      <a:pt x="30480" y="28575"/>
                    </a:moveTo>
                    <a:lnTo>
                      <a:pt x="30480" y="28575"/>
                    </a:lnTo>
                    <a:cubicBezTo>
                      <a:pt x="46673" y="28575"/>
                      <a:pt x="60008" y="16193"/>
                      <a:pt x="60960" y="0"/>
                    </a:cubicBezTo>
                    <a:lnTo>
                      <a:pt x="60960" y="0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953" y="16193"/>
                      <a:pt x="14288" y="28575"/>
                      <a:pt x="3048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44E7D32E-5F63-0AA6-AAF0-8A9DFFA9730C}"/>
                  </a:ext>
                </a:extLst>
              </p:cNvPr>
              <p:cNvSpPr/>
              <p:nvPr/>
            </p:nvSpPr>
            <p:spPr>
              <a:xfrm>
                <a:off x="6524550" y="3752775"/>
                <a:ext cx="243839" cy="252412"/>
              </a:xfrm>
              <a:custGeom>
                <a:avLst/>
                <a:gdLst>
                  <a:gd name="connsiteX0" fmla="*/ 121920 w 243839"/>
                  <a:gd name="connsiteY0" fmla="*/ 0 h 252412"/>
                  <a:gd name="connsiteX1" fmla="*/ 0 w 243839"/>
                  <a:gd name="connsiteY1" fmla="*/ 120968 h 252412"/>
                  <a:gd name="connsiteX2" fmla="*/ 0 w 243839"/>
                  <a:gd name="connsiteY2" fmla="*/ 124777 h 252412"/>
                  <a:gd name="connsiteX3" fmla="*/ 8572 w 243839"/>
                  <a:gd name="connsiteY3" fmla="*/ 166688 h 252412"/>
                  <a:gd name="connsiteX4" fmla="*/ 29527 w 243839"/>
                  <a:gd name="connsiteY4" fmla="*/ 200977 h 252412"/>
                  <a:gd name="connsiteX5" fmla="*/ 58102 w 243839"/>
                  <a:gd name="connsiteY5" fmla="*/ 247650 h 252412"/>
                  <a:gd name="connsiteX6" fmla="*/ 66675 w 243839"/>
                  <a:gd name="connsiteY6" fmla="*/ 252413 h 252412"/>
                  <a:gd name="connsiteX7" fmla="*/ 177165 w 243839"/>
                  <a:gd name="connsiteY7" fmla="*/ 252413 h 252412"/>
                  <a:gd name="connsiteX8" fmla="*/ 185738 w 243839"/>
                  <a:gd name="connsiteY8" fmla="*/ 247650 h 252412"/>
                  <a:gd name="connsiteX9" fmla="*/ 214313 w 243839"/>
                  <a:gd name="connsiteY9" fmla="*/ 200977 h 252412"/>
                  <a:gd name="connsiteX10" fmla="*/ 235268 w 243839"/>
                  <a:gd name="connsiteY10" fmla="*/ 166688 h 252412"/>
                  <a:gd name="connsiteX11" fmla="*/ 243840 w 243839"/>
                  <a:gd name="connsiteY11" fmla="*/ 124777 h 252412"/>
                  <a:gd name="connsiteX12" fmla="*/ 243840 w 243839"/>
                  <a:gd name="connsiteY12" fmla="*/ 120968 h 252412"/>
                  <a:gd name="connsiteX13" fmla="*/ 121920 w 243839"/>
                  <a:gd name="connsiteY13" fmla="*/ 0 h 252412"/>
                  <a:gd name="connsiteX14" fmla="*/ 224790 w 243839"/>
                  <a:gd name="connsiteY14" fmla="*/ 123825 h 252412"/>
                  <a:gd name="connsiteX15" fmla="*/ 214313 w 243839"/>
                  <a:gd name="connsiteY15" fmla="*/ 167640 h 252412"/>
                  <a:gd name="connsiteX16" fmla="*/ 200025 w 243839"/>
                  <a:gd name="connsiteY16" fmla="*/ 188595 h 252412"/>
                  <a:gd name="connsiteX17" fmla="*/ 200025 w 243839"/>
                  <a:gd name="connsiteY17" fmla="*/ 188595 h 252412"/>
                  <a:gd name="connsiteX18" fmla="*/ 200025 w 243839"/>
                  <a:gd name="connsiteY18" fmla="*/ 188595 h 252412"/>
                  <a:gd name="connsiteX19" fmla="*/ 171450 w 243839"/>
                  <a:gd name="connsiteY19" fmla="*/ 233363 h 252412"/>
                  <a:gd name="connsiteX20" fmla="*/ 171450 w 243839"/>
                  <a:gd name="connsiteY20" fmla="*/ 233363 h 252412"/>
                  <a:gd name="connsiteX21" fmla="*/ 72390 w 243839"/>
                  <a:gd name="connsiteY21" fmla="*/ 233363 h 252412"/>
                  <a:gd name="connsiteX22" fmla="*/ 72390 w 243839"/>
                  <a:gd name="connsiteY22" fmla="*/ 233363 h 252412"/>
                  <a:gd name="connsiteX23" fmla="*/ 43815 w 243839"/>
                  <a:gd name="connsiteY23" fmla="*/ 188595 h 252412"/>
                  <a:gd name="connsiteX24" fmla="*/ 43815 w 243839"/>
                  <a:gd name="connsiteY24" fmla="*/ 188595 h 252412"/>
                  <a:gd name="connsiteX25" fmla="*/ 43815 w 243839"/>
                  <a:gd name="connsiteY25" fmla="*/ 188595 h 252412"/>
                  <a:gd name="connsiteX26" fmla="*/ 29527 w 243839"/>
                  <a:gd name="connsiteY26" fmla="*/ 166688 h 252412"/>
                  <a:gd name="connsiteX27" fmla="*/ 19050 w 243839"/>
                  <a:gd name="connsiteY27" fmla="*/ 123825 h 252412"/>
                  <a:gd name="connsiteX28" fmla="*/ 19050 w 243839"/>
                  <a:gd name="connsiteY28" fmla="*/ 120015 h 252412"/>
                  <a:gd name="connsiteX29" fmla="*/ 122873 w 243839"/>
                  <a:gd name="connsiteY29" fmla="*/ 18097 h 252412"/>
                  <a:gd name="connsiteX30" fmla="*/ 224790 w 243839"/>
                  <a:gd name="connsiteY30" fmla="*/ 120015 h 252412"/>
                  <a:gd name="connsiteX31" fmla="*/ 224790 w 243839"/>
                  <a:gd name="connsiteY31" fmla="*/ 123825 h 252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43839" h="252412">
                    <a:moveTo>
                      <a:pt x="121920" y="0"/>
                    </a:moveTo>
                    <a:cubicBezTo>
                      <a:pt x="55245" y="0"/>
                      <a:pt x="953" y="54293"/>
                      <a:pt x="0" y="120968"/>
                    </a:cubicBezTo>
                    <a:lnTo>
                      <a:pt x="0" y="124777"/>
                    </a:lnTo>
                    <a:cubicBezTo>
                      <a:pt x="0" y="139065"/>
                      <a:pt x="2857" y="153352"/>
                      <a:pt x="8572" y="166688"/>
                    </a:cubicBezTo>
                    <a:cubicBezTo>
                      <a:pt x="13335" y="179070"/>
                      <a:pt x="20955" y="191452"/>
                      <a:pt x="29527" y="200977"/>
                    </a:cubicBezTo>
                    <a:cubicBezTo>
                      <a:pt x="40957" y="215265"/>
                      <a:pt x="50482" y="230505"/>
                      <a:pt x="58102" y="247650"/>
                    </a:cubicBezTo>
                    <a:cubicBezTo>
                      <a:pt x="60007" y="250508"/>
                      <a:pt x="62865" y="252413"/>
                      <a:pt x="66675" y="252413"/>
                    </a:cubicBezTo>
                    <a:lnTo>
                      <a:pt x="177165" y="252413"/>
                    </a:lnTo>
                    <a:cubicBezTo>
                      <a:pt x="180975" y="252413"/>
                      <a:pt x="183833" y="250508"/>
                      <a:pt x="185738" y="247650"/>
                    </a:cubicBezTo>
                    <a:cubicBezTo>
                      <a:pt x="193358" y="231458"/>
                      <a:pt x="202883" y="215265"/>
                      <a:pt x="214313" y="200977"/>
                    </a:cubicBezTo>
                    <a:cubicBezTo>
                      <a:pt x="223838" y="190500"/>
                      <a:pt x="230505" y="179070"/>
                      <a:pt x="235268" y="166688"/>
                    </a:cubicBezTo>
                    <a:cubicBezTo>
                      <a:pt x="240030" y="153352"/>
                      <a:pt x="242888" y="139065"/>
                      <a:pt x="243840" y="124777"/>
                    </a:cubicBezTo>
                    <a:lnTo>
                      <a:pt x="243840" y="120968"/>
                    </a:lnTo>
                    <a:cubicBezTo>
                      <a:pt x="241935" y="53340"/>
                      <a:pt x="188595" y="0"/>
                      <a:pt x="121920" y="0"/>
                    </a:cubicBezTo>
                    <a:close/>
                    <a:moveTo>
                      <a:pt x="224790" y="123825"/>
                    </a:moveTo>
                    <a:cubicBezTo>
                      <a:pt x="223838" y="139065"/>
                      <a:pt x="220980" y="154305"/>
                      <a:pt x="214313" y="167640"/>
                    </a:cubicBezTo>
                    <a:cubicBezTo>
                      <a:pt x="210502" y="175260"/>
                      <a:pt x="205740" y="181927"/>
                      <a:pt x="200025" y="188595"/>
                    </a:cubicBezTo>
                    <a:lnTo>
                      <a:pt x="200025" y="188595"/>
                    </a:lnTo>
                    <a:lnTo>
                      <a:pt x="200025" y="188595"/>
                    </a:lnTo>
                    <a:cubicBezTo>
                      <a:pt x="189548" y="201930"/>
                      <a:pt x="180023" y="217170"/>
                      <a:pt x="171450" y="233363"/>
                    </a:cubicBezTo>
                    <a:lnTo>
                      <a:pt x="171450" y="233363"/>
                    </a:lnTo>
                    <a:lnTo>
                      <a:pt x="72390" y="233363"/>
                    </a:lnTo>
                    <a:lnTo>
                      <a:pt x="72390" y="233363"/>
                    </a:lnTo>
                    <a:cubicBezTo>
                      <a:pt x="64770" y="218123"/>
                      <a:pt x="55245" y="202883"/>
                      <a:pt x="43815" y="188595"/>
                    </a:cubicBezTo>
                    <a:lnTo>
                      <a:pt x="43815" y="188595"/>
                    </a:lnTo>
                    <a:lnTo>
                      <a:pt x="43815" y="188595"/>
                    </a:lnTo>
                    <a:cubicBezTo>
                      <a:pt x="38100" y="181927"/>
                      <a:pt x="33338" y="175260"/>
                      <a:pt x="29527" y="166688"/>
                    </a:cubicBezTo>
                    <a:cubicBezTo>
                      <a:pt x="22860" y="153352"/>
                      <a:pt x="20002" y="138113"/>
                      <a:pt x="19050" y="123825"/>
                    </a:cubicBezTo>
                    <a:lnTo>
                      <a:pt x="19050" y="120015"/>
                    </a:lnTo>
                    <a:cubicBezTo>
                      <a:pt x="20002" y="62865"/>
                      <a:pt x="65723" y="17145"/>
                      <a:pt x="122873" y="18097"/>
                    </a:cubicBezTo>
                    <a:cubicBezTo>
                      <a:pt x="179070" y="19050"/>
                      <a:pt x="223838" y="63818"/>
                      <a:pt x="224790" y="120015"/>
                    </a:cubicBezTo>
                    <a:lnTo>
                      <a:pt x="224790" y="12382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6B5311C-BF8D-57DB-50B6-8130BFEC698C}"/>
                  </a:ext>
                </a:extLst>
              </p:cNvPr>
              <p:cNvSpPr/>
              <p:nvPr/>
            </p:nvSpPr>
            <p:spPr>
              <a:xfrm>
                <a:off x="6592177" y="4029952"/>
                <a:ext cx="110490" cy="19050"/>
              </a:xfrm>
              <a:custGeom>
                <a:avLst/>
                <a:gdLst>
                  <a:gd name="connsiteX0" fmla="*/ 100965 w 110490"/>
                  <a:gd name="connsiteY0" fmla="*/ 0 h 19050"/>
                  <a:gd name="connsiteX1" fmla="*/ 9525 w 110490"/>
                  <a:gd name="connsiteY1" fmla="*/ 0 h 19050"/>
                  <a:gd name="connsiteX2" fmla="*/ 0 w 110490"/>
                  <a:gd name="connsiteY2" fmla="*/ 9525 h 19050"/>
                  <a:gd name="connsiteX3" fmla="*/ 9525 w 110490"/>
                  <a:gd name="connsiteY3" fmla="*/ 19050 h 19050"/>
                  <a:gd name="connsiteX4" fmla="*/ 100965 w 110490"/>
                  <a:gd name="connsiteY4" fmla="*/ 19050 h 19050"/>
                  <a:gd name="connsiteX5" fmla="*/ 110490 w 110490"/>
                  <a:gd name="connsiteY5" fmla="*/ 9525 h 19050"/>
                  <a:gd name="connsiteX6" fmla="*/ 100965 w 110490"/>
                  <a:gd name="connsiteY6" fmla="*/ 0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0490" h="19050">
                    <a:moveTo>
                      <a:pt x="100965" y="0"/>
                    </a:moveTo>
                    <a:lnTo>
                      <a:pt x="9525" y="0"/>
                    </a:lnTo>
                    <a:cubicBezTo>
                      <a:pt x="3810" y="0"/>
                      <a:pt x="0" y="3810"/>
                      <a:pt x="0" y="9525"/>
                    </a:cubicBezTo>
                    <a:cubicBezTo>
                      <a:pt x="0" y="15240"/>
                      <a:pt x="3810" y="19050"/>
                      <a:pt x="9525" y="19050"/>
                    </a:cubicBezTo>
                    <a:lnTo>
                      <a:pt x="100965" y="19050"/>
                    </a:lnTo>
                    <a:cubicBezTo>
                      <a:pt x="106680" y="19050"/>
                      <a:pt x="110490" y="15240"/>
                      <a:pt x="110490" y="9525"/>
                    </a:cubicBezTo>
                    <a:cubicBezTo>
                      <a:pt x="110490" y="3810"/>
                      <a:pt x="105728" y="0"/>
                      <a:pt x="100965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50645304-F07C-003A-F5EF-CBD1B4943880}"/>
                  </a:ext>
                </a:extLst>
              </p:cNvPr>
              <p:cNvSpPr/>
              <p:nvPr/>
            </p:nvSpPr>
            <p:spPr>
              <a:xfrm>
                <a:off x="6596939" y="3806115"/>
                <a:ext cx="102870" cy="141922"/>
              </a:xfrm>
              <a:custGeom>
                <a:avLst/>
                <a:gdLst>
                  <a:gd name="connsiteX0" fmla="*/ 50483 w 102870"/>
                  <a:gd name="connsiteY0" fmla="*/ 0 h 141922"/>
                  <a:gd name="connsiteX1" fmla="*/ 0 w 102870"/>
                  <a:gd name="connsiteY1" fmla="*/ 98108 h 141922"/>
                  <a:gd name="connsiteX2" fmla="*/ 0 w 102870"/>
                  <a:gd name="connsiteY2" fmla="*/ 98108 h 141922"/>
                  <a:gd name="connsiteX3" fmla="*/ 50483 w 102870"/>
                  <a:gd name="connsiteY3" fmla="*/ 86678 h 141922"/>
                  <a:gd name="connsiteX4" fmla="*/ 50483 w 102870"/>
                  <a:gd name="connsiteY4" fmla="*/ 86678 h 141922"/>
                  <a:gd name="connsiteX5" fmla="*/ 50483 w 102870"/>
                  <a:gd name="connsiteY5" fmla="*/ 141923 h 141922"/>
                  <a:gd name="connsiteX6" fmla="*/ 50483 w 102870"/>
                  <a:gd name="connsiteY6" fmla="*/ 141923 h 141922"/>
                  <a:gd name="connsiteX7" fmla="*/ 102870 w 102870"/>
                  <a:gd name="connsiteY7" fmla="*/ 45720 h 141922"/>
                  <a:gd name="connsiteX8" fmla="*/ 102870 w 102870"/>
                  <a:gd name="connsiteY8" fmla="*/ 45720 h 141922"/>
                  <a:gd name="connsiteX9" fmla="*/ 50483 w 102870"/>
                  <a:gd name="connsiteY9" fmla="*/ 56197 h 141922"/>
                  <a:gd name="connsiteX10" fmla="*/ 50483 w 102870"/>
                  <a:gd name="connsiteY10" fmla="*/ 56197 h 141922"/>
                  <a:gd name="connsiteX11" fmla="*/ 50483 w 102870"/>
                  <a:gd name="connsiteY11" fmla="*/ 0 h 141922"/>
                  <a:gd name="connsiteX12" fmla="*/ 50483 w 102870"/>
                  <a:gd name="connsiteY12" fmla="*/ 0 h 141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2870" h="141922">
                    <a:moveTo>
                      <a:pt x="50483" y="0"/>
                    </a:moveTo>
                    <a:lnTo>
                      <a:pt x="0" y="98108"/>
                    </a:lnTo>
                    <a:cubicBezTo>
                      <a:pt x="0" y="98108"/>
                      <a:pt x="0" y="98108"/>
                      <a:pt x="0" y="98108"/>
                    </a:cubicBezTo>
                    <a:lnTo>
                      <a:pt x="50483" y="86678"/>
                    </a:lnTo>
                    <a:lnTo>
                      <a:pt x="50483" y="86678"/>
                    </a:lnTo>
                    <a:lnTo>
                      <a:pt x="50483" y="141923"/>
                    </a:lnTo>
                    <a:cubicBezTo>
                      <a:pt x="50483" y="141923"/>
                      <a:pt x="50483" y="141923"/>
                      <a:pt x="50483" y="141923"/>
                    </a:cubicBezTo>
                    <a:lnTo>
                      <a:pt x="102870" y="45720"/>
                    </a:lnTo>
                    <a:cubicBezTo>
                      <a:pt x="102870" y="45720"/>
                      <a:pt x="102870" y="45720"/>
                      <a:pt x="102870" y="45720"/>
                    </a:cubicBezTo>
                    <a:lnTo>
                      <a:pt x="50483" y="56197"/>
                    </a:lnTo>
                    <a:lnTo>
                      <a:pt x="50483" y="56197"/>
                    </a:lnTo>
                    <a:lnTo>
                      <a:pt x="50483" y="0"/>
                    </a:lnTo>
                    <a:cubicBezTo>
                      <a:pt x="50483" y="0"/>
                      <a:pt x="50483" y="0"/>
                      <a:pt x="50483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B11A725B-24FD-686E-271A-F5159BD001AC}"/>
              </a:ext>
            </a:extLst>
          </p:cNvPr>
          <p:cNvSpPr txBox="1"/>
          <p:nvPr/>
        </p:nvSpPr>
        <p:spPr>
          <a:xfrm>
            <a:off x="507486" y="845393"/>
            <a:ext cx="422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The Big Question</a:t>
            </a:r>
          </a:p>
        </p:txBody>
      </p:sp>
    </p:spTree>
    <p:extLst>
      <p:ext uri="{BB962C8B-B14F-4D97-AF65-F5344CB8AC3E}">
        <p14:creationId xmlns:p14="http://schemas.microsoft.com/office/powerpoint/2010/main" val="1513234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5A01D35-5394-DA7E-7F3F-84091D7B4E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3989"/>
              </p:ext>
            </p:extLst>
          </p:nvPr>
        </p:nvGraphicFramePr>
        <p:xfrm>
          <a:off x="293076" y="1685573"/>
          <a:ext cx="11605847" cy="4997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348CE57-27A8-DD53-D3DA-D7E1B1418506}"/>
              </a:ext>
            </a:extLst>
          </p:cNvPr>
          <p:cNvSpPr txBox="1"/>
          <p:nvPr/>
        </p:nvSpPr>
        <p:spPr>
          <a:xfrm>
            <a:off x="532503" y="174880"/>
            <a:ext cx="71343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What Our Customers Are Complaining About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8FCAB-05A3-4817-E704-19016B50AA08}"/>
              </a:ext>
            </a:extLst>
          </p:cNvPr>
          <p:cNvSpPr txBox="1"/>
          <p:nvPr/>
        </p:nvSpPr>
        <p:spPr>
          <a:xfrm>
            <a:off x="532503" y="1485518"/>
            <a:ext cx="4747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Top 10 complaint words by frequency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943BF1-16DD-44D5-9C30-A26862B8841D}"/>
              </a:ext>
            </a:extLst>
          </p:cNvPr>
          <p:cNvSpPr/>
          <p:nvPr/>
        </p:nvSpPr>
        <p:spPr>
          <a:xfrm>
            <a:off x="526848" y="1294124"/>
            <a:ext cx="10718775" cy="45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818833"/>
      </p:ext>
    </p:extLst>
  </p:cSld>
  <p:clrMapOvr>
    <a:masterClrMapping/>
  </p:clrMapOvr>
  <p:transition spd="slow" advClick="0" advTm="1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97F4D6-C54A-A7F3-5AA1-2911A171E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6452"/>
              </p:ext>
            </p:extLst>
          </p:nvPr>
        </p:nvGraphicFramePr>
        <p:xfrm>
          <a:off x="278165" y="1741170"/>
          <a:ext cx="11635670" cy="5116830"/>
        </p:xfrm>
        <a:graphic>
          <a:graphicData uri="http://schemas.openxmlformats.org/drawingml/2006/table">
            <a:tbl>
              <a:tblPr/>
              <a:tblGrid>
                <a:gridCol w="1714945">
                  <a:extLst>
                    <a:ext uri="{9D8B030D-6E8A-4147-A177-3AD203B41FA5}">
                      <a16:colId xmlns:a16="http://schemas.microsoft.com/office/drawing/2014/main" val="3381918293"/>
                    </a:ext>
                  </a:extLst>
                </a:gridCol>
                <a:gridCol w="1681493">
                  <a:extLst>
                    <a:ext uri="{9D8B030D-6E8A-4147-A177-3AD203B41FA5}">
                      <a16:colId xmlns:a16="http://schemas.microsoft.com/office/drawing/2014/main" val="219009820"/>
                    </a:ext>
                  </a:extLst>
                </a:gridCol>
                <a:gridCol w="1432098">
                  <a:extLst>
                    <a:ext uri="{9D8B030D-6E8A-4147-A177-3AD203B41FA5}">
                      <a16:colId xmlns:a16="http://schemas.microsoft.com/office/drawing/2014/main" val="1275504185"/>
                    </a:ext>
                  </a:extLst>
                </a:gridCol>
                <a:gridCol w="1087563">
                  <a:extLst>
                    <a:ext uri="{9D8B030D-6E8A-4147-A177-3AD203B41FA5}">
                      <a16:colId xmlns:a16="http://schemas.microsoft.com/office/drawing/2014/main" val="2929528068"/>
                    </a:ext>
                  </a:extLst>
                </a:gridCol>
                <a:gridCol w="2906062">
                  <a:extLst>
                    <a:ext uri="{9D8B030D-6E8A-4147-A177-3AD203B41FA5}">
                      <a16:colId xmlns:a16="http://schemas.microsoft.com/office/drawing/2014/main" val="2846535706"/>
                    </a:ext>
                  </a:extLst>
                </a:gridCol>
                <a:gridCol w="2813509">
                  <a:extLst>
                    <a:ext uri="{9D8B030D-6E8A-4147-A177-3AD203B41FA5}">
                      <a16:colId xmlns:a16="http://schemas.microsoft.com/office/drawing/2014/main" val="1598073726"/>
                    </a:ext>
                  </a:extLst>
                </a:gridCol>
              </a:tblGrid>
              <a:tr h="43556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Product Category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Complaint Type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Words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Frequency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Frequency of Words by Category </a:t>
                      </a:r>
                    </a:p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(Product Category &amp; Complaint Type)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Percentage of Occurrence by</a:t>
                      </a:r>
                    </a:p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Category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18817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314852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Jewelry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ordered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35812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package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68.79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285262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helpful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55.66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324181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Payment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transaction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52.99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505453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Payment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593952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44.34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476884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delay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856502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Jewelry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package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30.52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841944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pages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459268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162759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925996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packaging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409898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website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471394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another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980239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transit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783081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together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955018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online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764840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leaking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730080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790658"/>
                  </a:ext>
                </a:extLst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ordered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32864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4518D2E-0BE8-C39F-A5C4-2BB28D4C0503}"/>
              </a:ext>
            </a:extLst>
          </p:cNvPr>
          <p:cNvSpPr txBox="1"/>
          <p:nvPr/>
        </p:nvSpPr>
        <p:spPr>
          <a:xfrm>
            <a:off x="353193" y="74822"/>
            <a:ext cx="71343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What Our Customers Are Complaining About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219CA2-CE4E-51C3-EBB1-F80818E608CE}"/>
              </a:ext>
            </a:extLst>
          </p:cNvPr>
          <p:cNvSpPr txBox="1"/>
          <p:nvPr/>
        </p:nvSpPr>
        <p:spPr>
          <a:xfrm>
            <a:off x="701315" y="1357189"/>
            <a:ext cx="9722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75000"/>
                  </a:schemeClr>
                </a:solidFill>
              </a:rPr>
              <a:t>Breakdown of Complaint Words by Product Category &amp; Complaint 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DADBD-8011-638E-A200-F2964332CC09}"/>
              </a:ext>
            </a:extLst>
          </p:cNvPr>
          <p:cNvSpPr/>
          <p:nvPr/>
        </p:nvSpPr>
        <p:spPr>
          <a:xfrm>
            <a:off x="526848" y="1208895"/>
            <a:ext cx="10718775" cy="45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981984"/>
      </p:ext>
    </p:extLst>
  </p:cSld>
  <p:clrMapOvr>
    <a:masterClrMapping/>
  </p:clrMapOvr>
  <p:transition spd="slow" advClick="0" advTm="100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855EC-57D7-3475-9A95-42805E16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20DA3D6-7BC2-2227-18FA-7F521DAF2090}"/>
              </a:ext>
            </a:extLst>
          </p:cNvPr>
          <p:cNvSpPr/>
          <p:nvPr/>
        </p:nvSpPr>
        <p:spPr>
          <a:xfrm>
            <a:off x="6780551" y="427703"/>
            <a:ext cx="5411449" cy="3410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CC1BD5-37DB-8BF7-7A5E-1A01384737A8}"/>
              </a:ext>
            </a:extLst>
          </p:cNvPr>
          <p:cNvSpPr/>
          <p:nvPr/>
        </p:nvSpPr>
        <p:spPr>
          <a:xfrm>
            <a:off x="6780550" y="3644278"/>
            <a:ext cx="5411449" cy="2816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7454DF5-ACD6-CA62-3908-A2E59E9A812C}"/>
              </a:ext>
            </a:extLst>
          </p:cNvPr>
          <p:cNvSpPr/>
          <p:nvPr/>
        </p:nvSpPr>
        <p:spPr>
          <a:xfrm>
            <a:off x="-16412" y="427703"/>
            <a:ext cx="8555971" cy="6033393"/>
          </a:xfrm>
          <a:custGeom>
            <a:avLst/>
            <a:gdLst>
              <a:gd name="connsiteX0" fmla="*/ 0 w 8555971"/>
              <a:gd name="connsiteY0" fmla="*/ 0 h 3477719"/>
              <a:gd name="connsiteX1" fmla="*/ 8432733 w 8555971"/>
              <a:gd name="connsiteY1" fmla="*/ 0 h 3477719"/>
              <a:gd name="connsiteX2" fmla="*/ 8046617 w 8555971"/>
              <a:gd name="connsiteY2" fmla="*/ 1666023 h 3477719"/>
              <a:gd name="connsiteX3" fmla="*/ 8046263 w 8555971"/>
              <a:gd name="connsiteY3" fmla="*/ 1666928 h 3477719"/>
              <a:gd name="connsiteX4" fmla="*/ 8046395 w 8555971"/>
              <a:gd name="connsiteY4" fmla="*/ 1666980 h 3477719"/>
              <a:gd name="connsiteX5" fmla="*/ 8046264 w 8555971"/>
              <a:gd name="connsiteY5" fmla="*/ 1667543 h 3477719"/>
              <a:gd name="connsiteX6" fmla="*/ 8050141 w 8555971"/>
              <a:gd name="connsiteY6" fmla="*/ 1668442 h 3477719"/>
              <a:gd name="connsiteX7" fmla="*/ 8555971 w 8555971"/>
              <a:gd name="connsiteY7" fmla="*/ 1865864 h 3477719"/>
              <a:gd name="connsiteX8" fmla="*/ 8182409 w 8555971"/>
              <a:gd name="connsiteY8" fmla="*/ 3477719 h 3477719"/>
              <a:gd name="connsiteX9" fmla="*/ 0 w 8555971"/>
              <a:gd name="connsiteY9" fmla="*/ 3477719 h 3477719"/>
              <a:gd name="connsiteX10" fmla="*/ 0 w 8555971"/>
              <a:gd name="connsiteY10" fmla="*/ 0 h 34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55971" h="3477719">
                <a:moveTo>
                  <a:pt x="0" y="0"/>
                </a:moveTo>
                <a:lnTo>
                  <a:pt x="8432733" y="0"/>
                </a:lnTo>
                <a:lnTo>
                  <a:pt x="8046617" y="1666023"/>
                </a:lnTo>
                <a:lnTo>
                  <a:pt x="8046263" y="1666928"/>
                </a:lnTo>
                <a:lnTo>
                  <a:pt x="8046395" y="1666980"/>
                </a:lnTo>
                <a:lnTo>
                  <a:pt x="8046264" y="1667543"/>
                </a:lnTo>
                <a:lnTo>
                  <a:pt x="8050141" y="1668442"/>
                </a:lnTo>
                <a:lnTo>
                  <a:pt x="8555971" y="1865864"/>
                </a:lnTo>
                <a:lnTo>
                  <a:pt x="8182409" y="3477719"/>
                </a:lnTo>
                <a:lnTo>
                  <a:pt x="0" y="347771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12" name="Graphic 51" descr="Comment Important outline">
            <a:extLst>
              <a:ext uri="{FF2B5EF4-FFF2-40B4-BE49-F238E27FC236}">
                <a16:creationId xmlns:a16="http://schemas.microsoft.com/office/drawing/2014/main" id="{0C5D5A60-9373-BE56-80AB-CB8CFEBDB01D}"/>
              </a:ext>
            </a:extLst>
          </p:cNvPr>
          <p:cNvGrpSpPr/>
          <p:nvPr/>
        </p:nvGrpSpPr>
        <p:grpSpPr>
          <a:xfrm>
            <a:off x="10026650" y="2609011"/>
            <a:ext cx="642266" cy="411843"/>
            <a:chOff x="6613898" y="1060888"/>
            <a:chExt cx="647703" cy="590664"/>
          </a:xfrm>
          <a:solidFill>
            <a:schemeClr val="bg1">
              <a:lumMod val="7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403DBF8-5449-2FBB-535F-098901106063}"/>
                </a:ext>
              </a:extLst>
            </p:cNvPr>
            <p:cNvSpPr/>
            <p:nvPr/>
          </p:nvSpPr>
          <p:spPr>
            <a:xfrm>
              <a:off x="6613898" y="1060888"/>
              <a:ext cx="647703" cy="590664"/>
            </a:xfrm>
            <a:custGeom>
              <a:avLst/>
              <a:gdLst>
                <a:gd name="connsiteX0" fmla="*/ 615316 w 647703"/>
                <a:gd name="connsiteY0" fmla="*/ 0 h 590664"/>
                <a:gd name="connsiteX1" fmla="*/ 32386 w 647703"/>
                <a:gd name="connsiteY1" fmla="*/ 0 h 590664"/>
                <a:gd name="connsiteX2" fmla="*/ 1 w 647703"/>
                <a:gd name="connsiteY2" fmla="*/ 32385 h 590664"/>
                <a:gd name="connsiteX3" fmla="*/ 1 w 647703"/>
                <a:gd name="connsiteY3" fmla="*/ 425882 h 590664"/>
                <a:gd name="connsiteX4" fmla="*/ 31851 w 647703"/>
                <a:gd name="connsiteY4" fmla="*/ 458267 h 590664"/>
                <a:gd name="connsiteX5" fmla="*/ 32386 w 647703"/>
                <a:gd name="connsiteY5" fmla="*/ 458267 h 590664"/>
                <a:gd name="connsiteX6" fmla="*/ 388621 w 647703"/>
                <a:gd name="connsiteY6" fmla="*/ 458267 h 590664"/>
                <a:gd name="connsiteX7" fmla="*/ 518161 w 647703"/>
                <a:gd name="connsiteY7" fmla="*/ 590664 h 590664"/>
                <a:gd name="connsiteX8" fmla="*/ 518161 w 647703"/>
                <a:gd name="connsiteY8" fmla="*/ 459219 h 590664"/>
                <a:gd name="connsiteX9" fmla="*/ 615316 w 647703"/>
                <a:gd name="connsiteY9" fmla="*/ 459219 h 590664"/>
                <a:gd name="connsiteX10" fmla="*/ 647701 w 647703"/>
                <a:gd name="connsiteY10" fmla="*/ 426834 h 590664"/>
                <a:gd name="connsiteX11" fmla="*/ 647701 w 647703"/>
                <a:gd name="connsiteY11" fmla="*/ 33347 h 590664"/>
                <a:gd name="connsiteX12" fmla="*/ 615316 w 647703"/>
                <a:gd name="connsiteY12" fmla="*/ 0 h 590664"/>
                <a:gd name="connsiteX13" fmla="*/ 628651 w 647703"/>
                <a:gd name="connsiteY13" fmla="*/ 426834 h 590664"/>
                <a:gd name="connsiteX14" fmla="*/ 615316 w 647703"/>
                <a:gd name="connsiteY14" fmla="*/ 440169 h 590664"/>
                <a:gd name="connsiteX15" fmla="*/ 499111 w 647703"/>
                <a:gd name="connsiteY15" fmla="*/ 440169 h 590664"/>
                <a:gd name="connsiteX16" fmla="*/ 499111 w 647703"/>
                <a:gd name="connsiteY16" fmla="*/ 543992 h 590664"/>
                <a:gd name="connsiteX17" fmla="*/ 402261 w 647703"/>
                <a:gd name="connsiteY17" fmla="*/ 444960 h 590664"/>
                <a:gd name="connsiteX18" fmla="*/ 396651 w 647703"/>
                <a:gd name="connsiteY18" fmla="*/ 439245 h 590664"/>
                <a:gd name="connsiteX19" fmla="*/ 32386 w 647703"/>
                <a:gd name="connsiteY19" fmla="*/ 439245 h 590664"/>
                <a:gd name="connsiteX20" fmla="*/ 19051 w 647703"/>
                <a:gd name="connsiteY20" fmla="*/ 426489 h 590664"/>
                <a:gd name="connsiteX21" fmla="*/ 19051 w 647703"/>
                <a:gd name="connsiteY21" fmla="*/ 425910 h 590664"/>
                <a:gd name="connsiteX22" fmla="*/ 19051 w 647703"/>
                <a:gd name="connsiteY22" fmla="*/ 32395 h 590664"/>
                <a:gd name="connsiteX23" fmla="*/ 32386 w 647703"/>
                <a:gd name="connsiteY23" fmla="*/ 19060 h 590664"/>
                <a:gd name="connsiteX24" fmla="*/ 615316 w 647703"/>
                <a:gd name="connsiteY24" fmla="*/ 19060 h 590664"/>
                <a:gd name="connsiteX25" fmla="*/ 628651 w 647703"/>
                <a:gd name="connsiteY25" fmla="*/ 33347 h 5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7703" h="590664">
                  <a:moveTo>
                    <a:pt x="615316" y="0"/>
                  </a:moveTo>
                  <a:lnTo>
                    <a:pt x="32386" y="0"/>
                  </a:lnTo>
                  <a:cubicBezTo>
                    <a:pt x="14578" y="186"/>
                    <a:pt x="187" y="14577"/>
                    <a:pt x="1" y="32385"/>
                  </a:cubicBezTo>
                  <a:lnTo>
                    <a:pt x="1" y="425882"/>
                  </a:lnTo>
                  <a:cubicBezTo>
                    <a:pt x="-147" y="443619"/>
                    <a:pt x="14112" y="458119"/>
                    <a:pt x="31851" y="458267"/>
                  </a:cubicBezTo>
                  <a:cubicBezTo>
                    <a:pt x="32029" y="458268"/>
                    <a:pt x="32208" y="458268"/>
                    <a:pt x="32386" y="458267"/>
                  </a:cubicBezTo>
                  <a:lnTo>
                    <a:pt x="388621" y="458267"/>
                  </a:lnTo>
                  <a:lnTo>
                    <a:pt x="518161" y="590664"/>
                  </a:lnTo>
                  <a:lnTo>
                    <a:pt x="518161" y="459219"/>
                  </a:lnTo>
                  <a:lnTo>
                    <a:pt x="615316" y="459219"/>
                  </a:lnTo>
                  <a:cubicBezTo>
                    <a:pt x="633124" y="459034"/>
                    <a:pt x="647515" y="444642"/>
                    <a:pt x="647701" y="426834"/>
                  </a:cubicBezTo>
                  <a:lnTo>
                    <a:pt x="647701" y="33347"/>
                  </a:lnTo>
                  <a:cubicBezTo>
                    <a:pt x="647929" y="15210"/>
                    <a:pt x="633452" y="303"/>
                    <a:pt x="615316" y="0"/>
                  </a:cubicBezTo>
                  <a:close/>
                  <a:moveTo>
                    <a:pt x="628651" y="426834"/>
                  </a:moveTo>
                  <a:cubicBezTo>
                    <a:pt x="628461" y="434119"/>
                    <a:pt x="622601" y="439979"/>
                    <a:pt x="615316" y="440169"/>
                  </a:cubicBezTo>
                  <a:lnTo>
                    <a:pt x="499111" y="440169"/>
                  </a:lnTo>
                  <a:lnTo>
                    <a:pt x="499111" y="543992"/>
                  </a:lnTo>
                  <a:lnTo>
                    <a:pt x="402261" y="444960"/>
                  </a:lnTo>
                  <a:lnTo>
                    <a:pt x="396651" y="439245"/>
                  </a:lnTo>
                  <a:lnTo>
                    <a:pt x="32386" y="439245"/>
                  </a:lnTo>
                  <a:cubicBezTo>
                    <a:pt x="25181" y="439405"/>
                    <a:pt x="19211" y="433693"/>
                    <a:pt x="19051" y="426489"/>
                  </a:cubicBezTo>
                  <a:cubicBezTo>
                    <a:pt x="19047" y="426295"/>
                    <a:pt x="19047" y="426103"/>
                    <a:pt x="19051" y="425910"/>
                  </a:cubicBezTo>
                  <a:lnTo>
                    <a:pt x="19051" y="32395"/>
                  </a:lnTo>
                  <a:cubicBezTo>
                    <a:pt x="19242" y="25110"/>
                    <a:pt x="25101" y="19250"/>
                    <a:pt x="32386" y="19060"/>
                  </a:cubicBezTo>
                  <a:lnTo>
                    <a:pt x="615316" y="19060"/>
                  </a:lnTo>
                  <a:cubicBezTo>
                    <a:pt x="622934" y="19344"/>
                    <a:pt x="628892" y="25728"/>
                    <a:pt x="628651" y="33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416152D-98C3-7E45-55B5-DF5BDB2DAB12}"/>
                </a:ext>
              </a:extLst>
            </p:cNvPr>
            <p:cNvSpPr/>
            <p:nvPr/>
          </p:nvSpPr>
          <p:spPr>
            <a:xfrm>
              <a:off x="6927043" y="1156091"/>
              <a:ext cx="21431" cy="200025"/>
            </a:xfrm>
            <a:custGeom>
              <a:avLst/>
              <a:gdLst>
                <a:gd name="connsiteX0" fmla="*/ 0 w 21431"/>
                <a:gd name="connsiteY0" fmla="*/ 0 h 200025"/>
                <a:gd name="connsiteX1" fmla="*/ 21431 w 21431"/>
                <a:gd name="connsiteY1" fmla="*/ 0 h 200025"/>
                <a:gd name="connsiteX2" fmla="*/ 21431 w 21431"/>
                <a:gd name="connsiteY2" fmla="*/ 200025 h 200025"/>
                <a:gd name="connsiteX3" fmla="*/ 0 w 21431"/>
                <a:gd name="connsiteY3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200025">
                  <a:moveTo>
                    <a:pt x="0" y="0"/>
                  </a:moveTo>
                  <a:lnTo>
                    <a:pt x="21431" y="0"/>
                  </a:lnTo>
                  <a:lnTo>
                    <a:pt x="21431" y="200025"/>
                  </a:lnTo>
                  <a:lnTo>
                    <a:pt x="0" y="200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7762C44-19E6-4958-724A-D13F9B4BC6A6}"/>
                </a:ext>
              </a:extLst>
            </p:cNvPr>
            <p:cNvSpPr/>
            <p:nvPr/>
          </p:nvSpPr>
          <p:spPr>
            <a:xfrm>
              <a:off x="6918700" y="138707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" name="Graphic 47" descr="Envelope outline">
            <a:extLst>
              <a:ext uri="{FF2B5EF4-FFF2-40B4-BE49-F238E27FC236}">
                <a16:creationId xmlns:a16="http://schemas.microsoft.com/office/drawing/2014/main" id="{72C6F407-E1D4-012D-3517-E556C59A2D44}"/>
              </a:ext>
            </a:extLst>
          </p:cNvPr>
          <p:cNvSpPr/>
          <p:nvPr/>
        </p:nvSpPr>
        <p:spPr>
          <a:xfrm>
            <a:off x="11046674" y="1391912"/>
            <a:ext cx="534213" cy="325767"/>
          </a:xfrm>
          <a:custGeom>
            <a:avLst/>
            <a:gdLst>
              <a:gd name="connsiteX0" fmla="*/ 0 w 723900"/>
              <a:gd name="connsiteY0" fmla="*/ 0 h 514350"/>
              <a:gd name="connsiteX1" fmla="*/ 0 w 723900"/>
              <a:gd name="connsiteY1" fmla="*/ 514350 h 514350"/>
              <a:gd name="connsiteX2" fmla="*/ 723900 w 723900"/>
              <a:gd name="connsiteY2" fmla="*/ 514350 h 514350"/>
              <a:gd name="connsiteX3" fmla="*/ 723900 w 723900"/>
              <a:gd name="connsiteY3" fmla="*/ 0 h 514350"/>
              <a:gd name="connsiteX4" fmla="*/ 382162 w 723900"/>
              <a:gd name="connsiteY4" fmla="*/ 328270 h 514350"/>
              <a:gd name="connsiteX5" fmla="*/ 341738 w 723900"/>
              <a:gd name="connsiteY5" fmla="*/ 328270 h 514350"/>
              <a:gd name="connsiteX6" fmla="*/ 32680 w 723900"/>
              <a:gd name="connsiteY6" fmla="*/ 19212 h 514350"/>
              <a:gd name="connsiteX7" fmla="*/ 32681 w 723900"/>
              <a:gd name="connsiteY7" fmla="*/ 19078 h 514350"/>
              <a:gd name="connsiteX8" fmla="*/ 32747 w 723900"/>
              <a:gd name="connsiteY8" fmla="*/ 19050 h 514350"/>
              <a:gd name="connsiteX9" fmla="*/ 691153 w 723900"/>
              <a:gd name="connsiteY9" fmla="*/ 19050 h 514350"/>
              <a:gd name="connsiteX10" fmla="*/ 691247 w 723900"/>
              <a:gd name="connsiteY10" fmla="*/ 19146 h 514350"/>
              <a:gd name="connsiteX11" fmla="*/ 691220 w 723900"/>
              <a:gd name="connsiteY11" fmla="*/ 19212 h 514350"/>
              <a:gd name="connsiteX12" fmla="*/ 243707 w 723900"/>
              <a:gd name="connsiteY12" fmla="*/ 257175 h 514350"/>
              <a:gd name="connsiteX13" fmla="*/ 19212 w 723900"/>
              <a:gd name="connsiteY13" fmla="*/ 481670 h 514350"/>
              <a:gd name="connsiteX14" fmla="*/ 19078 w 723900"/>
              <a:gd name="connsiteY14" fmla="*/ 481669 h 514350"/>
              <a:gd name="connsiteX15" fmla="*/ 19050 w 723900"/>
              <a:gd name="connsiteY15" fmla="*/ 481603 h 514350"/>
              <a:gd name="connsiteX16" fmla="*/ 19050 w 723900"/>
              <a:gd name="connsiteY16" fmla="*/ 32747 h 514350"/>
              <a:gd name="connsiteX17" fmla="*/ 19146 w 723900"/>
              <a:gd name="connsiteY17" fmla="*/ 32653 h 514350"/>
              <a:gd name="connsiteX18" fmla="*/ 19212 w 723900"/>
              <a:gd name="connsiteY18" fmla="*/ 32680 h 514350"/>
              <a:gd name="connsiteX19" fmla="*/ 257175 w 723900"/>
              <a:gd name="connsiteY19" fmla="*/ 270643 h 514350"/>
              <a:gd name="connsiteX20" fmla="*/ 328270 w 723900"/>
              <a:gd name="connsiteY20" fmla="*/ 341738 h 514350"/>
              <a:gd name="connsiteX21" fmla="*/ 395622 w 723900"/>
              <a:gd name="connsiteY21" fmla="*/ 341747 h 514350"/>
              <a:gd name="connsiteX22" fmla="*/ 395630 w 723900"/>
              <a:gd name="connsiteY22" fmla="*/ 341738 h 514350"/>
              <a:gd name="connsiteX23" fmla="*/ 466725 w 723900"/>
              <a:gd name="connsiteY23" fmla="*/ 270643 h 514350"/>
              <a:gd name="connsiteX24" fmla="*/ 691220 w 723900"/>
              <a:gd name="connsiteY24" fmla="*/ 495138 h 514350"/>
              <a:gd name="connsiteX25" fmla="*/ 691219 w 723900"/>
              <a:gd name="connsiteY25" fmla="*/ 495272 h 514350"/>
              <a:gd name="connsiteX26" fmla="*/ 691153 w 723900"/>
              <a:gd name="connsiteY26" fmla="*/ 495300 h 514350"/>
              <a:gd name="connsiteX27" fmla="*/ 32747 w 723900"/>
              <a:gd name="connsiteY27" fmla="*/ 495300 h 514350"/>
              <a:gd name="connsiteX28" fmla="*/ 32653 w 723900"/>
              <a:gd name="connsiteY28" fmla="*/ 495204 h 514350"/>
              <a:gd name="connsiteX29" fmla="*/ 32680 w 723900"/>
              <a:gd name="connsiteY29" fmla="*/ 495138 h 514350"/>
              <a:gd name="connsiteX30" fmla="*/ 480193 w 723900"/>
              <a:gd name="connsiteY30" fmla="*/ 257175 h 514350"/>
              <a:gd name="connsiteX31" fmla="*/ 704688 w 723900"/>
              <a:gd name="connsiteY31" fmla="*/ 32680 h 514350"/>
              <a:gd name="connsiteX32" fmla="*/ 704822 w 723900"/>
              <a:gd name="connsiteY32" fmla="*/ 32681 h 514350"/>
              <a:gd name="connsiteX33" fmla="*/ 704850 w 723900"/>
              <a:gd name="connsiteY33" fmla="*/ 32747 h 514350"/>
              <a:gd name="connsiteX34" fmla="*/ 704850 w 723900"/>
              <a:gd name="connsiteY34" fmla="*/ 481603 h 514350"/>
              <a:gd name="connsiteX35" fmla="*/ 704754 w 723900"/>
              <a:gd name="connsiteY35" fmla="*/ 481697 h 514350"/>
              <a:gd name="connsiteX36" fmla="*/ 704688 w 723900"/>
              <a:gd name="connsiteY36" fmla="*/ 48167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23900" h="514350">
                <a:moveTo>
                  <a:pt x="0" y="0"/>
                </a:moveTo>
                <a:lnTo>
                  <a:pt x="0" y="514350"/>
                </a:lnTo>
                <a:lnTo>
                  <a:pt x="723900" y="514350"/>
                </a:lnTo>
                <a:lnTo>
                  <a:pt x="723900" y="0"/>
                </a:lnTo>
                <a:close/>
                <a:moveTo>
                  <a:pt x="382162" y="328270"/>
                </a:moveTo>
                <a:cubicBezTo>
                  <a:pt x="370980" y="339385"/>
                  <a:pt x="352920" y="339385"/>
                  <a:pt x="341738" y="328270"/>
                </a:cubicBezTo>
                <a:lnTo>
                  <a:pt x="32680" y="19212"/>
                </a:lnTo>
                <a:cubicBezTo>
                  <a:pt x="32643" y="19175"/>
                  <a:pt x="32644" y="19114"/>
                  <a:pt x="32681" y="19078"/>
                </a:cubicBezTo>
                <a:cubicBezTo>
                  <a:pt x="32699" y="19060"/>
                  <a:pt x="32722" y="19050"/>
                  <a:pt x="32747" y="19050"/>
                </a:cubicBezTo>
                <a:lnTo>
                  <a:pt x="691153" y="19050"/>
                </a:lnTo>
                <a:cubicBezTo>
                  <a:pt x="691205" y="19051"/>
                  <a:pt x="691247" y="19094"/>
                  <a:pt x="691247" y="19146"/>
                </a:cubicBezTo>
                <a:cubicBezTo>
                  <a:pt x="691246" y="19171"/>
                  <a:pt x="691237" y="19195"/>
                  <a:pt x="691220" y="19212"/>
                </a:cubicBezTo>
                <a:close/>
                <a:moveTo>
                  <a:pt x="243707" y="257175"/>
                </a:moveTo>
                <a:lnTo>
                  <a:pt x="19212" y="481670"/>
                </a:lnTo>
                <a:cubicBezTo>
                  <a:pt x="19175" y="481707"/>
                  <a:pt x="19114" y="481706"/>
                  <a:pt x="19078" y="481669"/>
                </a:cubicBezTo>
                <a:cubicBezTo>
                  <a:pt x="19060" y="481651"/>
                  <a:pt x="19050" y="481628"/>
                  <a:pt x="19050" y="481603"/>
                </a:cubicBezTo>
                <a:lnTo>
                  <a:pt x="19050" y="32747"/>
                </a:lnTo>
                <a:cubicBezTo>
                  <a:pt x="19051" y="32695"/>
                  <a:pt x="19094" y="32653"/>
                  <a:pt x="19146" y="32653"/>
                </a:cubicBezTo>
                <a:cubicBezTo>
                  <a:pt x="19171" y="32654"/>
                  <a:pt x="19195" y="32663"/>
                  <a:pt x="19212" y="32680"/>
                </a:cubicBezTo>
                <a:close/>
                <a:moveTo>
                  <a:pt x="257175" y="270643"/>
                </a:moveTo>
                <a:lnTo>
                  <a:pt x="328270" y="341738"/>
                </a:lnTo>
                <a:cubicBezTo>
                  <a:pt x="346866" y="360339"/>
                  <a:pt x="377020" y="360343"/>
                  <a:pt x="395622" y="341747"/>
                </a:cubicBezTo>
                <a:cubicBezTo>
                  <a:pt x="395625" y="341744"/>
                  <a:pt x="395628" y="341741"/>
                  <a:pt x="395630" y="341738"/>
                </a:cubicBezTo>
                <a:lnTo>
                  <a:pt x="466725" y="270643"/>
                </a:lnTo>
                <a:lnTo>
                  <a:pt x="691220" y="495138"/>
                </a:lnTo>
                <a:cubicBezTo>
                  <a:pt x="691257" y="495175"/>
                  <a:pt x="691256" y="495236"/>
                  <a:pt x="691219" y="495272"/>
                </a:cubicBezTo>
                <a:cubicBezTo>
                  <a:pt x="691201" y="495290"/>
                  <a:pt x="691178" y="495300"/>
                  <a:pt x="691153" y="495300"/>
                </a:cubicBezTo>
                <a:lnTo>
                  <a:pt x="32747" y="495300"/>
                </a:lnTo>
                <a:cubicBezTo>
                  <a:pt x="32695" y="495299"/>
                  <a:pt x="32653" y="495256"/>
                  <a:pt x="32653" y="495204"/>
                </a:cubicBezTo>
                <a:cubicBezTo>
                  <a:pt x="32654" y="495179"/>
                  <a:pt x="32663" y="495155"/>
                  <a:pt x="32680" y="495138"/>
                </a:cubicBezTo>
                <a:close/>
                <a:moveTo>
                  <a:pt x="480193" y="257175"/>
                </a:moveTo>
                <a:lnTo>
                  <a:pt x="704688" y="32680"/>
                </a:lnTo>
                <a:cubicBezTo>
                  <a:pt x="704725" y="32643"/>
                  <a:pt x="704786" y="32644"/>
                  <a:pt x="704822" y="32681"/>
                </a:cubicBezTo>
                <a:cubicBezTo>
                  <a:pt x="704840" y="32699"/>
                  <a:pt x="704850" y="32722"/>
                  <a:pt x="704850" y="32747"/>
                </a:cubicBezTo>
                <a:lnTo>
                  <a:pt x="704850" y="481603"/>
                </a:lnTo>
                <a:cubicBezTo>
                  <a:pt x="704849" y="481655"/>
                  <a:pt x="704806" y="481697"/>
                  <a:pt x="704754" y="481697"/>
                </a:cubicBezTo>
                <a:cubicBezTo>
                  <a:pt x="704729" y="481696"/>
                  <a:pt x="704705" y="481687"/>
                  <a:pt x="704688" y="48167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55" descr="Bar graph with downward trend outline">
            <a:extLst>
              <a:ext uri="{FF2B5EF4-FFF2-40B4-BE49-F238E27FC236}">
                <a16:creationId xmlns:a16="http://schemas.microsoft.com/office/drawing/2014/main" id="{948EAEFB-174F-64D9-D626-008468DB0D23}"/>
              </a:ext>
            </a:extLst>
          </p:cNvPr>
          <p:cNvGrpSpPr/>
          <p:nvPr/>
        </p:nvGrpSpPr>
        <p:grpSpPr>
          <a:xfrm>
            <a:off x="9267385" y="1270534"/>
            <a:ext cx="504490" cy="511769"/>
            <a:chOff x="6904375" y="1341791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E5104E5-957D-5FC0-79DA-EB1331218F91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A8F3906-775D-D728-D586-139B5B018791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B257444-7C8F-94C5-111D-C43106AC9D14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7E6C3E6-28A1-9425-B745-F5A4B044F5F6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BF5D8CE-5401-CDDF-B6EE-F3EEF2E8E017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3" name="Graphic 45" descr="Chat bubble outline">
            <a:extLst>
              <a:ext uri="{FF2B5EF4-FFF2-40B4-BE49-F238E27FC236}">
                <a16:creationId xmlns:a16="http://schemas.microsoft.com/office/drawing/2014/main" id="{30B6F031-2B13-17C2-6ED7-19FE59018DDE}"/>
              </a:ext>
            </a:extLst>
          </p:cNvPr>
          <p:cNvGrpSpPr/>
          <p:nvPr/>
        </p:nvGrpSpPr>
        <p:grpSpPr>
          <a:xfrm>
            <a:off x="9357141" y="4193996"/>
            <a:ext cx="616327" cy="426845"/>
            <a:chOff x="6163900" y="610841"/>
            <a:chExt cx="647700" cy="590550"/>
          </a:xfrm>
          <a:solidFill>
            <a:schemeClr val="bg1">
              <a:lumMod val="7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FE298D1-E660-E7F7-3B7C-17235A5E8FC7}"/>
                </a:ext>
              </a:extLst>
            </p:cNvPr>
            <p:cNvSpPr/>
            <p:nvPr/>
          </p:nvSpPr>
          <p:spPr>
            <a:xfrm>
              <a:off x="6163900" y="610841"/>
              <a:ext cx="647700" cy="590550"/>
            </a:xfrm>
            <a:custGeom>
              <a:avLst/>
              <a:gdLst>
                <a:gd name="connsiteX0" fmla="*/ 609600 w 647700"/>
                <a:gd name="connsiteY0" fmla="*/ 19050 h 590550"/>
                <a:gd name="connsiteX1" fmla="*/ 628650 w 647700"/>
                <a:gd name="connsiteY1" fmla="*/ 38100 h 590550"/>
                <a:gd name="connsiteX2" fmla="*/ 628650 w 647700"/>
                <a:gd name="connsiteY2" fmla="*/ 419100 h 590550"/>
                <a:gd name="connsiteX3" fmla="*/ 609600 w 647700"/>
                <a:gd name="connsiteY3" fmla="*/ 438150 h 590550"/>
                <a:gd name="connsiteX4" fmla="*/ 495300 w 647700"/>
                <a:gd name="connsiteY4" fmla="*/ 438150 h 590550"/>
                <a:gd name="connsiteX5" fmla="*/ 495300 w 647700"/>
                <a:gd name="connsiteY5" fmla="*/ 544563 h 590550"/>
                <a:gd name="connsiteX6" fmla="*/ 399231 w 647700"/>
                <a:gd name="connsiteY6" fmla="*/ 448494 h 590550"/>
                <a:gd name="connsiteX7" fmla="*/ 393649 w 647700"/>
                <a:gd name="connsiteY7" fmla="*/ 442913 h 590550"/>
                <a:gd name="connsiteX8" fmla="*/ 38100 w 647700"/>
                <a:gd name="connsiteY8" fmla="*/ 442913 h 590550"/>
                <a:gd name="connsiteX9" fmla="*/ 19050 w 647700"/>
                <a:gd name="connsiteY9" fmla="*/ 423863 h 590550"/>
                <a:gd name="connsiteX10" fmla="*/ 19050 w 647700"/>
                <a:gd name="connsiteY10" fmla="*/ 38100 h 590550"/>
                <a:gd name="connsiteX11" fmla="*/ 38100 w 647700"/>
                <a:gd name="connsiteY11" fmla="*/ 19050 h 590550"/>
                <a:gd name="connsiteX12" fmla="*/ 609600 w 647700"/>
                <a:gd name="connsiteY12" fmla="*/ 19050 h 590550"/>
                <a:gd name="connsiteX13" fmla="*/ 609600 w 647700"/>
                <a:gd name="connsiteY13" fmla="*/ 0 h 590550"/>
                <a:gd name="connsiteX14" fmla="*/ 38100 w 647700"/>
                <a:gd name="connsiteY14" fmla="*/ 0 h 590550"/>
                <a:gd name="connsiteX15" fmla="*/ 0 w 647700"/>
                <a:gd name="connsiteY15" fmla="*/ 38100 h 590550"/>
                <a:gd name="connsiteX16" fmla="*/ 0 w 647700"/>
                <a:gd name="connsiteY16" fmla="*/ 423863 h 590550"/>
                <a:gd name="connsiteX17" fmla="*/ 38100 w 647700"/>
                <a:gd name="connsiteY17" fmla="*/ 461963 h 590550"/>
                <a:gd name="connsiteX18" fmla="*/ 385763 w 647700"/>
                <a:gd name="connsiteY18" fmla="*/ 461963 h 590550"/>
                <a:gd name="connsiteX19" fmla="*/ 514350 w 647700"/>
                <a:gd name="connsiteY19" fmla="*/ 590550 h 590550"/>
                <a:gd name="connsiteX20" fmla="*/ 514350 w 647700"/>
                <a:gd name="connsiteY20" fmla="*/ 457200 h 590550"/>
                <a:gd name="connsiteX21" fmla="*/ 609600 w 647700"/>
                <a:gd name="connsiteY21" fmla="*/ 457200 h 590550"/>
                <a:gd name="connsiteX22" fmla="*/ 647700 w 647700"/>
                <a:gd name="connsiteY22" fmla="*/ 419100 h 590550"/>
                <a:gd name="connsiteX23" fmla="*/ 647700 w 647700"/>
                <a:gd name="connsiteY23" fmla="*/ 38100 h 590550"/>
                <a:gd name="connsiteX24" fmla="*/ 609600 w 647700"/>
                <a:gd name="connsiteY2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7700" h="590550">
                  <a:moveTo>
                    <a:pt x="609600" y="19050"/>
                  </a:moveTo>
                  <a:cubicBezTo>
                    <a:pt x="620121" y="19050"/>
                    <a:pt x="628650" y="27579"/>
                    <a:pt x="628650" y="38100"/>
                  </a:cubicBezTo>
                  <a:lnTo>
                    <a:pt x="628650" y="419100"/>
                  </a:lnTo>
                  <a:cubicBezTo>
                    <a:pt x="628650" y="429621"/>
                    <a:pt x="620121" y="438150"/>
                    <a:pt x="609600" y="438150"/>
                  </a:cubicBezTo>
                  <a:lnTo>
                    <a:pt x="495300" y="438150"/>
                  </a:lnTo>
                  <a:lnTo>
                    <a:pt x="495300" y="544563"/>
                  </a:lnTo>
                  <a:lnTo>
                    <a:pt x="399231" y="448494"/>
                  </a:lnTo>
                  <a:lnTo>
                    <a:pt x="393649" y="442913"/>
                  </a:lnTo>
                  <a:lnTo>
                    <a:pt x="38100" y="442913"/>
                  </a:lnTo>
                  <a:cubicBezTo>
                    <a:pt x="27579" y="442913"/>
                    <a:pt x="19050" y="434384"/>
                    <a:pt x="19050" y="423863"/>
                  </a:cubicBezTo>
                  <a:lnTo>
                    <a:pt x="19050" y="38100"/>
                  </a:lnTo>
                  <a:cubicBezTo>
                    <a:pt x="19050" y="27579"/>
                    <a:pt x="27579" y="19050"/>
                    <a:pt x="38100" y="19050"/>
                  </a:cubicBezTo>
                  <a:lnTo>
                    <a:pt x="609600" y="19050"/>
                  </a:lnTo>
                  <a:moveTo>
                    <a:pt x="609600" y="0"/>
                  </a:moveTo>
                  <a:lnTo>
                    <a:pt x="38100" y="0"/>
                  </a:lnTo>
                  <a:cubicBezTo>
                    <a:pt x="17058" y="0"/>
                    <a:pt x="0" y="17058"/>
                    <a:pt x="0" y="38100"/>
                  </a:cubicBezTo>
                  <a:lnTo>
                    <a:pt x="0" y="423863"/>
                  </a:lnTo>
                  <a:cubicBezTo>
                    <a:pt x="0" y="444904"/>
                    <a:pt x="17058" y="461963"/>
                    <a:pt x="38100" y="461963"/>
                  </a:cubicBezTo>
                  <a:lnTo>
                    <a:pt x="385763" y="461963"/>
                  </a:lnTo>
                  <a:lnTo>
                    <a:pt x="514350" y="590550"/>
                  </a:lnTo>
                  <a:lnTo>
                    <a:pt x="514350" y="457200"/>
                  </a:lnTo>
                  <a:lnTo>
                    <a:pt x="609600" y="457200"/>
                  </a:lnTo>
                  <a:cubicBezTo>
                    <a:pt x="630642" y="457200"/>
                    <a:pt x="647700" y="440142"/>
                    <a:pt x="647700" y="419100"/>
                  </a:cubicBezTo>
                  <a:lnTo>
                    <a:pt x="647700" y="38100"/>
                  </a:lnTo>
                  <a:cubicBezTo>
                    <a:pt x="647700" y="17058"/>
                    <a:pt x="630642" y="0"/>
                    <a:pt x="60960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159253F-E0F9-E675-A61A-EF96A1F911E6}"/>
                </a:ext>
              </a:extLst>
            </p:cNvPr>
            <p:cNvSpPr/>
            <p:nvPr/>
          </p:nvSpPr>
          <p:spPr>
            <a:xfrm>
              <a:off x="66115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07E4266-EBD3-3203-F52E-7B37F8BC7280}"/>
                </a:ext>
              </a:extLst>
            </p:cNvPr>
            <p:cNvSpPr/>
            <p:nvPr/>
          </p:nvSpPr>
          <p:spPr>
            <a:xfrm>
              <a:off x="64591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20E3CF6-2E0F-127B-CFB9-20BDA5C82E2E}"/>
                </a:ext>
              </a:extLst>
            </p:cNvPr>
            <p:cNvSpPr/>
            <p:nvPr/>
          </p:nvSpPr>
          <p:spPr>
            <a:xfrm>
              <a:off x="63067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aphic 53" descr="Alarm clock outline">
            <a:extLst>
              <a:ext uri="{FF2B5EF4-FFF2-40B4-BE49-F238E27FC236}">
                <a16:creationId xmlns:a16="http://schemas.microsoft.com/office/drawing/2014/main" id="{6E42B4DF-678C-6E13-9631-F38EB87BA4E0}"/>
              </a:ext>
            </a:extLst>
          </p:cNvPr>
          <p:cNvGrpSpPr/>
          <p:nvPr/>
        </p:nvGrpSpPr>
        <p:grpSpPr>
          <a:xfrm>
            <a:off x="10210409" y="5041480"/>
            <a:ext cx="557815" cy="538628"/>
            <a:chOff x="6768549" y="1187275"/>
            <a:chExt cx="638162" cy="638436"/>
          </a:xfrm>
          <a:solidFill>
            <a:schemeClr val="bg1">
              <a:lumMod val="75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47010CD-3CED-5F84-D9CA-94D18C5F5A18}"/>
                </a:ext>
              </a:extLst>
            </p:cNvPr>
            <p:cNvSpPr/>
            <p:nvPr/>
          </p:nvSpPr>
          <p:spPr>
            <a:xfrm>
              <a:off x="6925710" y="1377776"/>
              <a:ext cx="171173" cy="171450"/>
            </a:xfrm>
            <a:custGeom>
              <a:avLst/>
              <a:gdLst>
                <a:gd name="connsiteX0" fmla="*/ 161649 w 171173"/>
                <a:gd name="connsiteY0" fmla="*/ 0 h 171450"/>
                <a:gd name="connsiteX1" fmla="*/ 152124 w 171173"/>
                <a:gd name="connsiteY1" fmla="*/ 9525 h 171450"/>
                <a:gd name="connsiteX2" fmla="*/ 152124 w 171173"/>
                <a:gd name="connsiteY2" fmla="*/ 152400 h 171450"/>
                <a:gd name="connsiteX3" fmla="*/ 9525 w 171173"/>
                <a:gd name="connsiteY3" fmla="*/ 152400 h 171450"/>
                <a:gd name="connsiteX4" fmla="*/ 0 w 171173"/>
                <a:gd name="connsiteY4" fmla="*/ 161925 h 171450"/>
                <a:gd name="connsiteX5" fmla="*/ 9525 w 171173"/>
                <a:gd name="connsiteY5" fmla="*/ 171450 h 171450"/>
                <a:gd name="connsiteX6" fmla="*/ 161649 w 171173"/>
                <a:gd name="connsiteY6" fmla="*/ 171450 h 171450"/>
                <a:gd name="connsiteX7" fmla="*/ 171174 w 171173"/>
                <a:gd name="connsiteY7" fmla="*/ 161925 h 171450"/>
                <a:gd name="connsiteX8" fmla="*/ 171174 w 171173"/>
                <a:gd name="connsiteY8" fmla="*/ 9525 h 171450"/>
                <a:gd name="connsiteX9" fmla="*/ 161649 w 171173"/>
                <a:gd name="connsiteY9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73" h="171450">
                  <a:moveTo>
                    <a:pt x="161649" y="0"/>
                  </a:moveTo>
                  <a:cubicBezTo>
                    <a:pt x="156388" y="0"/>
                    <a:pt x="152124" y="4264"/>
                    <a:pt x="152124" y="9525"/>
                  </a:cubicBezTo>
                  <a:lnTo>
                    <a:pt x="152124" y="152400"/>
                  </a:lnTo>
                  <a:lnTo>
                    <a:pt x="9525" y="152400"/>
                  </a:lnTo>
                  <a:cubicBezTo>
                    <a:pt x="4264" y="152400"/>
                    <a:pt x="0" y="156664"/>
                    <a:pt x="0" y="161925"/>
                  </a:cubicBezTo>
                  <a:cubicBezTo>
                    <a:pt x="0" y="167186"/>
                    <a:pt x="4264" y="171450"/>
                    <a:pt x="9525" y="171450"/>
                  </a:cubicBezTo>
                  <a:lnTo>
                    <a:pt x="161649" y="171450"/>
                  </a:lnTo>
                  <a:cubicBezTo>
                    <a:pt x="166909" y="171450"/>
                    <a:pt x="171174" y="167186"/>
                    <a:pt x="171174" y="161925"/>
                  </a:cubicBezTo>
                  <a:lnTo>
                    <a:pt x="171174" y="9525"/>
                  </a:lnTo>
                  <a:cubicBezTo>
                    <a:pt x="171174" y="4264"/>
                    <a:pt x="166909" y="0"/>
                    <a:pt x="16164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B958452-83DE-FA5E-3F0F-95AFB3AE4D2E}"/>
                </a:ext>
              </a:extLst>
            </p:cNvPr>
            <p:cNvSpPr/>
            <p:nvPr/>
          </p:nvSpPr>
          <p:spPr>
            <a:xfrm>
              <a:off x="6768549" y="1187275"/>
              <a:ext cx="194423" cy="194434"/>
            </a:xfrm>
            <a:custGeom>
              <a:avLst/>
              <a:gdLst>
                <a:gd name="connsiteX0" fmla="*/ 144893 w 194423"/>
                <a:gd name="connsiteY0" fmla="*/ 11555 h 194434"/>
                <a:gd name="connsiteX1" fmla="*/ 91642 w 194423"/>
                <a:gd name="connsiteY1" fmla="*/ 10517 h 194434"/>
                <a:gd name="connsiteX2" fmla="*/ 91553 w 194423"/>
                <a:gd name="connsiteY2" fmla="*/ 10602 h 194434"/>
                <a:gd name="connsiteX3" fmla="*/ 90601 w 194423"/>
                <a:gd name="connsiteY3" fmla="*/ 11555 h 194434"/>
                <a:gd name="connsiteX4" fmla="*/ 11543 w 194423"/>
                <a:gd name="connsiteY4" fmla="*/ 90612 h 194434"/>
                <a:gd name="connsiteX5" fmla="*/ 10545 w 194423"/>
                <a:gd name="connsiteY5" fmla="*/ 143906 h 194434"/>
                <a:gd name="connsiteX6" fmla="*/ 10591 w 194423"/>
                <a:gd name="connsiteY6" fmla="*/ 143952 h 194434"/>
                <a:gd name="connsiteX7" fmla="*/ 11543 w 194423"/>
                <a:gd name="connsiteY7" fmla="*/ 144905 h 194434"/>
                <a:gd name="connsiteX8" fmla="*/ 61073 w 194423"/>
                <a:gd name="connsiteY8" fmla="*/ 194435 h 194434"/>
                <a:gd name="connsiteX9" fmla="*/ 194423 w 194423"/>
                <a:gd name="connsiteY9" fmla="*/ 61085 h 194434"/>
                <a:gd name="connsiteX10" fmla="*/ 25021 w 194423"/>
                <a:gd name="connsiteY10" fmla="*/ 131474 h 194434"/>
                <a:gd name="connsiteX11" fmla="*/ 24069 w 194423"/>
                <a:gd name="connsiteY11" fmla="*/ 130522 h 194434"/>
                <a:gd name="connsiteX12" fmla="*/ 24583 w 194423"/>
                <a:gd name="connsiteY12" fmla="*/ 104528 h 194434"/>
                <a:gd name="connsiteX13" fmla="*/ 25021 w 194423"/>
                <a:gd name="connsiteY13" fmla="*/ 104100 h 194434"/>
                <a:gd name="connsiteX14" fmla="*/ 104079 w 194423"/>
                <a:gd name="connsiteY14" fmla="*/ 25042 h 194434"/>
                <a:gd name="connsiteX15" fmla="*/ 105031 w 194423"/>
                <a:gd name="connsiteY15" fmla="*/ 24090 h 194434"/>
                <a:gd name="connsiteX16" fmla="*/ 130996 w 194423"/>
                <a:gd name="connsiteY16" fmla="*/ 24604 h 194434"/>
                <a:gd name="connsiteX17" fmla="*/ 131425 w 194423"/>
                <a:gd name="connsiteY17" fmla="*/ 25042 h 194434"/>
                <a:gd name="connsiteX18" fmla="*/ 167496 w 194423"/>
                <a:gd name="connsiteY18" fmla="*/ 61113 h 194434"/>
                <a:gd name="connsiteX19" fmla="*/ 61073 w 194423"/>
                <a:gd name="connsiteY19" fmla="*/ 167546 h 19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23" h="194434">
                  <a:moveTo>
                    <a:pt x="144893" y="11555"/>
                  </a:moveTo>
                  <a:cubicBezTo>
                    <a:pt x="130474" y="-3437"/>
                    <a:pt x="106633" y="-3902"/>
                    <a:pt x="91642" y="10517"/>
                  </a:cubicBezTo>
                  <a:cubicBezTo>
                    <a:pt x="91612" y="10545"/>
                    <a:pt x="91583" y="10574"/>
                    <a:pt x="91553" y="10602"/>
                  </a:cubicBezTo>
                  <a:lnTo>
                    <a:pt x="90601" y="11555"/>
                  </a:lnTo>
                  <a:lnTo>
                    <a:pt x="11543" y="90612"/>
                  </a:lnTo>
                  <a:cubicBezTo>
                    <a:pt x="-3449" y="105053"/>
                    <a:pt x="-3896" y="128913"/>
                    <a:pt x="10545" y="143906"/>
                  </a:cubicBezTo>
                  <a:cubicBezTo>
                    <a:pt x="10560" y="143921"/>
                    <a:pt x="10575" y="143937"/>
                    <a:pt x="10591" y="143952"/>
                  </a:cubicBezTo>
                  <a:lnTo>
                    <a:pt x="11543" y="144905"/>
                  </a:lnTo>
                  <a:lnTo>
                    <a:pt x="61073" y="194435"/>
                  </a:lnTo>
                  <a:lnTo>
                    <a:pt x="194423" y="61085"/>
                  </a:lnTo>
                  <a:close/>
                  <a:moveTo>
                    <a:pt x="25021" y="131474"/>
                  </a:moveTo>
                  <a:lnTo>
                    <a:pt x="24069" y="130522"/>
                  </a:lnTo>
                  <a:cubicBezTo>
                    <a:pt x="17177" y="123146"/>
                    <a:pt x="17405" y="111626"/>
                    <a:pt x="24583" y="104528"/>
                  </a:cubicBezTo>
                  <a:cubicBezTo>
                    <a:pt x="24735" y="104385"/>
                    <a:pt x="24878" y="104252"/>
                    <a:pt x="25021" y="104100"/>
                  </a:cubicBezTo>
                  <a:lnTo>
                    <a:pt x="104079" y="25042"/>
                  </a:lnTo>
                  <a:lnTo>
                    <a:pt x="105031" y="24090"/>
                  </a:lnTo>
                  <a:cubicBezTo>
                    <a:pt x="112398" y="17202"/>
                    <a:pt x="123909" y="17430"/>
                    <a:pt x="130996" y="24604"/>
                  </a:cubicBezTo>
                  <a:lnTo>
                    <a:pt x="131425" y="25042"/>
                  </a:lnTo>
                  <a:lnTo>
                    <a:pt x="167496" y="61113"/>
                  </a:lnTo>
                  <a:lnTo>
                    <a:pt x="61073" y="167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5F13DDD-F6F8-FF26-58C0-278E2F84829F}"/>
                </a:ext>
              </a:extLst>
            </p:cNvPr>
            <p:cNvSpPr/>
            <p:nvPr/>
          </p:nvSpPr>
          <p:spPr>
            <a:xfrm>
              <a:off x="7212289" y="1187298"/>
              <a:ext cx="194422" cy="194431"/>
            </a:xfrm>
            <a:custGeom>
              <a:avLst/>
              <a:gdLst>
                <a:gd name="connsiteX0" fmla="*/ 182880 w 194422"/>
                <a:gd name="connsiteY0" fmla="*/ 90609 h 194431"/>
                <a:gd name="connsiteX1" fmla="*/ 103822 w 194422"/>
                <a:gd name="connsiteY1" fmla="*/ 11551 h 194431"/>
                <a:gd name="connsiteX2" fmla="*/ 102870 w 194422"/>
                <a:gd name="connsiteY2" fmla="*/ 10599 h 194431"/>
                <a:gd name="connsiteX3" fmla="*/ 49601 w 194422"/>
                <a:gd name="connsiteY3" fmla="*/ 11477 h 194431"/>
                <a:gd name="connsiteX4" fmla="*/ 49530 w 194422"/>
                <a:gd name="connsiteY4" fmla="*/ 11551 h 194431"/>
                <a:gd name="connsiteX5" fmla="*/ 0 w 194422"/>
                <a:gd name="connsiteY5" fmla="*/ 61081 h 194431"/>
                <a:gd name="connsiteX6" fmla="*/ 133350 w 194422"/>
                <a:gd name="connsiteY6" fmla="*/ 194431 h 194431"/>
                <a:gd name="connsiteX7" fmla="*/ 182880 w 194422"/>
                <a:gd name="connsiteY7" fmla="*/ 144901 h 194431"/>
                <a:gd name="connsiteX8" fmla="*/ 183833 w 194422"/>
                <a:gd name="connsiteY8" fmla="*/ 143949 h 194431"/>
                <a:gd name="connsiteX9" fmla="*/ 182927 w 194422"/>
                <a:gd name="connsiteY9" fmla="*/ 90654 h 194431"/>
                <a:gd name="connsiteX10" fmla="*/ 182880 w 194422"/>
                <a:gd name="connsiteY10" fmla="*/ 90609 h 194431"/>
                <a:gd name="connsiteX11" fmla="*/ 170364 w 194422"/>
                <a:gd name="connsiteY11" fmla="*/ 130499 h 194431"/>
                <a:gd name="connsiteX12" fmla="*/ 169412 w 194422"/>
                <a:gd name="connsiteY12" fmla="*/ 131452 h 194431"/>
                <a:gd name="connsiteX13" fmla="*/ 133350 w 194422"/>
                <a:gd name="connsiteY13" fmla="*/ 167523 h 194431"/>
                <a:gd name="connsiteX14" fmla="*/ 26908 w 194422"/>
                <a:gd name="connsiteY14" fmla="*/ 61071 h 194431"/>
                <a:gd name="connsiteX15" fmla="*/ 62979 w 194422"/>
                <a:gd name="connsiteY15" fmla="*/ 25000 h 194431"/>
                <a:gd name="connsiteX16" fmla="*/ 63408 w 194422"/>
                <a:gd name="connsiteY16" fmla="*/ 24562 h 194431"/>
                <a:gd name="connsiteX17" fmla="*/ 89373 w 194422"/>
                <a:gd name="connsiteY17" fmla="*/ 24048 h 194431"/>
                <a:gd name="connsiteX18" fmla="*/ 90326 w 194422"/>
                <a:gd name="connsiteY18" fmla="*/ 25000 h 194431"/>
                <a:gd name="connsiteX19" fmla="*/ 169383 w 194422"/>
                <a:gd name="connsiteY19" fmla="*/ 104058 h 194431"/>
                <a:gd name="connsiteX20" fmla="*/ 169821 w 194422"/>
                <a:gd name="connsiteY20" fmla="*/ 104486 h 194431"/>
                <a:gd name="connsiteX21" fmla="*/ 170336 w 194422"/>
                <a:gd name="connsiteY21" fmla="*/ 130480 h 19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4422" h="194431">
                  <a:moveTo>
                    <a:pt x="182880" y="90609"/>
                  </a:moveTo>
                  <a:lnTo>
                    <a:pt x="103822" y="11551"/>
                  </a:lnTo>
                  <a:lnTo>
                    <a:pt x="102870" y="10599"/>
                  </a:lnTo>
                  <a:cubicBezTo>
                    <a:pt x="87918" y="-3869"/>
                    <a:pt x="64069" y="-3476"/>
                    <a:pt x="49601" y="11477"/>
                  </a:cubicBezTo>
                  <a:cubicBezTo>
                    <a:pt x="49578" y="11501"/>
                    <a:pt x="49554" y="11526"/>
                    <a:pt x="49530" y="11551"/>
                  </a:cubicBezTo>
                  <a:lnTo>
                    <a:pt x="0" y="61081"/>
                  </a:lnTo>
                  <a:lnTo>
                    <a:pt x="133350" y="194431"/>
                  </a:lnTo>
                  <a:lnTo>
                    <a:pt x="182880" y="144901"/>
                  </a:lnTo>
                  <a:lnTo>
                    <a:pt x="183833" y="143949"/>
                  </a:lnTo>
                  <a:cubicBezTo>
                    <a:pt x="198299" y="128982"/>
                    <a:pt x="197894" y="105121"/>
                    <a:pt x="182927" y="90654"/>
                  </a:cubicBezTo>
                  <a:cubicBezTo>
                    <a:pt x="182911" y="90639"/>
                    <a:pt x="182895" y="90624"/>
                    <a:pt x="182880" y="90609"/>
                  </a:cubicBezTo>
                  <a:close/>
                  <a:moveTo>
                    <a:pt x="170364" y="130499"/>
                  </a:moveTo>
                  <a:lnTo>
                    <a:pt x="169412" y="131452"/>
                  </a:lnTo>
                  <a:lnTo>
                    <a:pt x="133350" y="167523"/>
                  </a:lnTo>
                  <a:lnTo>
                    <a:pt x="26908" y="61071"/>
                  </a:lnTo>
                  <a:lnTo>
                    <a:pt x="62979" y="25000"/>
                  </a:lnTo>
                  <a:lnTo>
                    <a:pt x="63408" y="24562"/>
                  </a:lnTo>
                  <a:cubicBezTo>
                    <a:pt x="70495" y="17388"/>
                    <a:pt x="82006" y="17160"/>
                    <a:pt x="89373" y="24048"/>
                  </a:cubicBezTo>
                  <a:lnTo>
                    <a:pt x="90326" y="25000"/>
                  </a:lnTo>
                  <a:lnTo>
                    <a:pt x="169383" y="104058"/>
                  </a:lnTo>
                  <a:cubicBezTo>
                    <a:pt x="169526" y="104210"/>
                    <a:pt x="169669" y="104344"/>
                    <a:pt x="169821" y="104486"/>
                  </a:cubicBezTo>
                  <a:cubicBezTo>
                    <a:pt x="176999" y="111584"/>
                    <a:pt x="177227" y="123104"/>
                    <a:pt x="170336" y="1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FD6DFD7-F8B7-67FA-2FD0-18BFFF779DCD}"/>
                </a:ext>
              </a:extLst>
            </p:cNvPr>
            <p:cNvSpPr/>
            <p:nvPr/>
          </p:nvSpPr>
          <p:spPr>
            <a:xfrm>
              <a:off x="6839964" y="1215851"/>
              <a:ext cx="495321" cy="609860"/>
            </a:xfrm>
            <a:custGeom>
              <a:avLst/>
              <a:gdLst>
                <a:gd name="connsiteX0" fmla="*/ 257196 w 495321"/>
                <a:gd name="connsiteY0" fmla="*/ 76438 h 609860"/>
                <a:gd name="connsiteX1" fmla="*/ 257196 w 495321"/>
                <a:gd name="connsiteY1" fmla="*/ 19050 h 609860"/>
                <a:gd name="connsiteX2" fmla="*/ 304821 w 495321"/>
                <a:gd name="connsiteY2" fmla="*/ 19050 h 609860"/>
                <a:gd name="connsiteX3" fmla="*/ 314346 w 495321"/>
                <a:gd name="connsiteY3" fmla="*/ 9525 h 609860"/>
                <a:gd name="connsiteX4" fmla="*/ 304821 w 495321"/>
                <a:gd name="connsiteY4" fmla="*/ 0 h 609860"/>
                <a:gd name="connsiteX5" fmla="*/ 190521 w 495321"/>
                <a:gd name="connsiteY5" fmla="*/ 0 h 609860"/>
                <a:gd name="connsiteX6" fmla="*/ 180996 w 495321"/>
                <a:gd name="connsiteY6" fmla="*/ 9525 h 609860"/>
                <a:gd name="connsiteX7" fmla="*/ 190521 w 495321"/>
                <a:gd name="connsiteY7" fmla="*/ 19050 h 609860"/>
                <a:gd name="connsiteX8" fmla="*/ 238146 w 495321"/>
                <a:gd name="connsiteY8" fmla="*/ 19050 h 609860"/>
                <a:gd name="connsiteX9" fmla="*/ 238146 w 495321"/>
                <a:gd name="connsiteY9" fmla="*/ 76438 h 609860"/>
                <a:gd name="connsiteX10" fmla="*/ 182 w 495321"/>
                <a:gd name="connsiteY10" fmla="*/ 333207 h 609860"/>
                <a:gd name="connsiteX11" fmla="*/ 66810 w 495321"/>
                <a:gd name="connsiteY11" fmla="*/ 492957 h 609860"/>
                <a:gd name="connsiteX12" fmla="*/ 19928 w 495321"/>
                <a:gd name="connsiteY12" fmla="*/ 596132 h 609860"/>
                <a:gd name="connsiteX13" fmla="*/ 24276 w 495321"/>
                <a:gd name="connsiteY13" fmla="*/ 608881 h 609860"/>
                <a:gd name="connsiteX14" fmla="*/ 37025 w 495321"/>
                <a:gd name="connsiteY14" fmla="*/ 604535 h 609860"/>
                <a:gd name="connsiteX15" fmla="*/ 37264 w 495321"/>
                <a:gd name="connsiteY15" fmla="*/ 604009 h 609860"/>
                <a:gd name="connsiteX16" fmla="*/ 81250 w 495321"/>
                <a:gd name="connsiteY16" fmla="*/ 507244 h 609860"/>
                <a:gd name="connsiteX17" fmla="*/ 414092 w 495321"/>
                <a:gd name="connsiteY17" fmla="*/ 507244 h 609860"/>
                <a:gd name="connsiteX18" fmla="*/ 458078 w 495321"/>
                <a:gd name="connsiteY18" fmla="*/ 604009 h 609860"/>
                <a:gd name="connsiteX19" fmla="*/ 470542 w 495321"/>
                <a:gd name="connsiteY19" fmla="*/ 609120 h 609860"/>
                <a:gd name="connsiteX20" fmla="*/ 475653 w 495321"/>
                <a:gd name="connsiteY20" fmla="*/ 596657 h 609860"/>
                <a:gd name="connsiteX21" fmla="*/ 475414 w 495321"/>
                <a:gd name="connsiteY21" fmla="*/ 596132 h 609860"/>
                <a:gd name="connsiteX22" fmla="*/ 428513 w 495321"/>
                <a:gd name="connsiteY22" fmla="*/ 492957 h 609860"/>
                <a:gd name="connsiteX23" fmla="*/ 416928 w 495321"/>
                <a:gd name="connsiteY23" fmla="*/ 143066 h 609860"/>
                <a:gd name="connsiteX24" fmla="*/ 257196 w 495321"/>
                <a:gd name="connsiteY24" fmla="*/ 76438 h 609860"/>
                <a:gd name="connsiteX25" fmla="*/ 247671 w 495321"/>
                <a:gd name="connsiteY25" fmla="*/ 552450 h 609860"/>
                <a:gd name="connsiteX26" fmla="*/ 19071 w 495321"/>
                <a:gd name="connsiteY26" fmla="*/ 323850 h 609860"/>
                <a:gd name="connsiteX27" fmla="*/ 247671 w 495321"/>
                <a:gd name="connsiteY27" fmla="*/ 95250 h 609860"/>
                <a:gd name="connsiteX28" fmla="*/ 476271 w 495321"/>
                <a:gd name="connsiteY28" fmla="*/ 323850 h 609860"/>
                <a:gd name="connsiteX29" fmla="*/ 247671 w 495321"/>
                <a:gd name="connsiteY29" fmla="*/ 552450 h 60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95321" h="609860">
                  <a:moveTo>
                    <a:pt x="257196" y="76438"/>
                  </a:moveTo>
                  <a:lnTo>
                    <a:pt x="257196" y="19050"/>
                  </a:lnTo>
                  <a:lnTo>
                    <a:pt x="304821" y="19050"/>
                  </a:lnTo>
                  <a:cubicBezTo>
                    <a:pt x="310082" y="19050"/>
                    <a:pt x="314346" y="14786"/>
                    <a:pt x="314346" y="9525"/>
                  </a:cubicBezTo>
                  <a:cubicBezTo>
                    <a:pt x="314346" y="4264"/>
                    <a:pt x="310082" y="0"/>
                    <a:pt x="304821" y="0"/>
                  </a:cubicBezTo>
                  <a:lnTo>
                    <a:pt x="190521" y="0"/>
                  </a:lnTo>
                  <a:cubicBezTo>
                    <a:pt x="185260" y="0"/>
                    <a:pt x="180996" y="4264"/>
                    <a:pt x="180996" y="9525"/>
                  </a:cubicBezTo>
                  <a:cubicBezTo>
                    <a:pt x="180996" y="14786"/>
                    <a:pt x="185260" y="19050"/>
                    <a:pt x="190521" y="19050"/>
                  </a:cubicBezTo>
                  <a:lnTo>
                    <a:pt x="238146" y="19050"/>
                  </a:lnTo>
                  <a:lnTo>
                    <a:pt x="238146" y="76438"/>
                  </a:lnTo>
                  <a:cubicBezTo>
                    <a:pt x="101529" y="81631"/>
                    <a:pt x="-5011" y="196590"/>
                    <a:pt x="182" y="333207"/>
                  </a:cubicBezTo>
                  <a:cubicBezTo>
                    <a:pt x="2444" y="392740"/>
                    <a:pt x="26101" y="449459"/>
                    <a:pt x="66810" y="492957"/>
                  </a:cubicBezTo>
                  <a:lnTo>
                    <a:pt x="19928" y="596132"/>
                  </a:lnTo>
                  <a:cubicBezTo>
                    <a:pt x="17608" y="600853"/>
                    <a:pt x="19554" y="606561"/>
                    <a:pt x="24276" y="608881"/>
                  </a:cubicBezTo>
                  <a:cubicBezTo>
                    <a:pt x="28996" y="611201"/>
                    <a:pt x="34704" y="609255"/>
                    <a:pt x="37025" y="604535"/>
                  </a:cubicBezTo>
                  <a:cubicBezTo>
                    <a:pt x="37110" y="604361"/>
                    <a:pt x="37190" y="604186"/>
                    <a:pt x="37264" y="604009"/>
                  </a:cubicBezTo>
                  <a:lnTo>
                    <a:pt x="81250" y="507244"/>
                  </a:lnTo>
                  <a:cubicBezTo>
                    <a:pt x="175659" y="592914"/>
                    <a:pt x="319683" y="592914"/>
                    <a:pt x="414092" y="507244"/>
                  </a:cubicBezTo>
                  <a:lnTo>
                    <a:pt x="458078" y="604009"/>
                  </a:lnTo>
                  <a:cubicBezTo>
                    <a:pt x="460108" y="608862"/>
                    <a:pt x="465689" y="611151"/>
                    <a:pt x="470542" y="609120"/>
                  </a:cubicBezTo>
                  <a:cubicBezTo>
                    <a:pt x="475395" y="607090"/>
                    <a:pt x="477683" y="601510"/>
                    <a:pt x="475653" y="596657"/>
                  </a:cubicBezTo>
                  <a:cubicBezTo>
                    <a:pt x="475579" y="596479"/>
                    <a:pt x="475499" y="596304"/>
                    <a:pt x="475414" y="596132"/>
                  </a:cubicBezTo>
                  <a:lnTo>
                    <a:pt x="428513" y="492957"/>
                  </a:lnTo>
                  <a:cubicBezTo>
                    <a:pt x="521933" y="393139"/>
                    <a:pt x="516747" y="236488"/>
                    <a:pt x="416928" y="143066"/>
                  </a:cubicBezTo>
                  <a:cubicBezTo>
                    <a:pt x="373435" y="102361"/>
                    <a:pt x="316723" y="78705"/>
                    <a:pt x="257196" y="76438"/>
                  </a:cubicBezTo>
                  <a:close/>
                  <a:moveTo>
                    <a:pt x="247671" y="552450"/>
                  </a:moveTo>
                  <a:cubicBezTo>
                    <a:pt x="121419" y="552450"/>
                    <a:pt x="19071" y="450102"/>
                    <a:pt x="19071" y="323850"/>
                  </a:cubicBezTo>
                  <a:cubicBezTo>
                    <a:pt x="19071" y="197598"/>
                    <a:pt x="121419" y="95250"/>
                    <a:pt x="247671" y="95250"/>
                  </a:cubicBezTo>
                  <a:cubicBezTo>
                    <a:pt x="373923" y="95250"/>
                    <a:pt x="476271" y="197598"/>
                    <a:pt x="476271" y="323850"/>
                  </a:cubicBezTo>
                  <a:cubicBezTo>
                    <a:pt x="476129" y="450044"/>
                    <a:pt x="373865" y="552308"/>
                    <a:pt x="247671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5" name="Graphic 57" descr="Daily calendar outline">
            <a:extLst>
              <a:ext uri="{FF2B5EF4-FFF2-40B4-BE49-F238E27FC236}">
                <a16:creationId xmlns:a16="http://schemas.microsoft.com/office/drawing/2014/main" id="{020842A2-5647-C55F-932E-75C0550AEB30}"/>
              </a:ext>
            </a:extLst>
          </p:cNvPr>
          <p:cNvGrpSpPr/>
          <p:nvPr/>
        </p:nvGrpSpPr>
        <p:grpSpPr>
          <a:xfrm>
            <a:off x="10968596" y="4006877"/>
            <a:ext cx="541706" cy="426845"/>
            <a:chOff x="7063900" y="1482266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A3AE2C1-B10F-C727-5FD7-C79A88691A9F}"/>
                </a:ext>
              </a:extLst>
            </p:cNvPr>
            <p:cNvSpPr/>
            <p:nvPr/>
          </p:nvSpPr>
          <p:spPr>
            <a:xfrm>
              <a:off x="7063900" y="1482266"/>
              <a:ext cx="647700" cy="647700"/>
            </a:xfrm>
            <a:custGeom>
              <a:avLst/>
              <a:gdLst>
                <a:gd name="connsiteX0" fmla="*/ 514350 w 647700"/>
                <a:gd name="connsiteY0" fmla="*/ 57150 h 647700"/>
                <a:gd name="connsiteX1" fmla="*/ 514350 w 647700"/>
                <a:gd name="connsiteY1" fmla="*/ 9525 h 647700"/>
                <a:gd name="connsiteX2" fmla="*/ 504825 w 647700"/>
                <a:gd name="connsiteY2" fmla="*/ 0 h 647700"/>
                <a:gd name="connsiteX3" fmla="*/ 495300 w 647700"/>
                <a:gd name="connsiteY3" fmla="*/ 9525 h 647700"/>
                <a:gd name="connsiteX4" fmla="*/ 495300 w 647700"/>
                <a:gd name="connsiteY4" fmla="*/ 57150 h 647700"/>
                <a:gd name="connsiteX5" fmla="*/ 152400 w 647700"/>
                <a:gd name="connsiteY5" fmla="*/ 57150 h 647700"/>
                <a:gd name="connsiteX6" fmla="*/ 152400 w 647700"/>
                <a:gd name="connsiteY6" fmla="*/ 9525 h 647700"/>
                <a:gd name="connsiteX7" fmla="*/ 142875 w 647700"/>
                <a:gd name="connsiteY7" fmla="*/ 0 h 647700"/>
                <a:gd name="connsiteX8" fmla="*/ 133350 w 647700"/>
                <a:gd name="connsiteY8" fmla="*/ 9525 h 647700"/>
                <a:gd name="connsiteX9" fmla="*/ 133350 w 647700"/>
                <a:gd name="connsiteY9" fmla="*/ 57150 h 647700"/>
                <a:gd name="connsiteX10" fmla="*/ 0 w 647700"/>
                <a:gd name="connsiteY10" fmla="*/ 57150 h 647700"/>
                <a:gd name="connsiteX11" fmla="*/ 0 w 647700"/>
                <a:gd name="connsiteY11" fmla="*/ 647700 h 647700"/>
                <a:gd name="connsiteX12" fmla="*/ 647700 w 647700"/>
                <a:gd name="connsiteY12" fmla="*/ 647700 h 647700"/>
                <a:gd name="connsiteX13" fmla="*/ 647700 w 647700"/>
                <a:gd name="connsiteY13" fmla="*/ 57150 h 647700"/>
                <a:gd name="connsiteX14" fmla="*/ 628650 w 647700"/>
                <a:gd name="connsiteY14" fmla="*/ 628650 h 647700"/>
                <a:gd name="connsiteX15" fmla="*/ 19050 w 647700"/>
                <a:gd name="connsiteY15" fmla="*/ 628650 h 647700"/>
                <a:gd name="connsiteX16" fmla="*/ 19050 w 647700"/>
                <a:gd name="connsiteY16" fmla="*/ 209550 h 647700"/>
                <a:gd name="connsiteX17" fmla="*/ 628650 w 647700"/>
                <a:gd name="connsiteY17" fmla="*/ 209550 h 647700"/>
                <a:gd name="connsiteX18" fmla="*/ 19050 w 647700"/>
                <a:gd name="connsiteY18" fmla="*/ 190500 h 647700"/>
                <a:gd name="connsiteX19" fmla="*/ 19050 w 647700"/>
                <a:gd name="connsiteY19" fmla="*/ 76200 h 647700"/>
                <a:gd name="connsiteX20" fmla="*/ 133350 w 647700"/>
                <a:gd name="connsiteY20" fmla="*/ 76200 h 647700"/>
                <a:gd name="connsiteX21" fmla="*/ 133350 w 647700"/>
                <a:gd name="connsiteY21" fmla="*/ 114300 h 647700"/>
                <a:gd name="connsiteX22" fmla="*/ 142875 w 647700"/>
                <a:gd name="connsiteY22" fmla="*/ 123825 h 647700"/>
                <a:gd name="connsiteX23" fmla="*/ 152400 w 647700"/>
                <a:gd name="connsiteY23" fmla="*/ 114300 h 647700"/>
                <a:gd name="connsiteX24" fmla="*/ 152400 w 647700"/>
                <a:gd name="connsiteY24" fmla="*/ 76200 h 647700"/>
                <a:gd name="connsiteX25" fmla="*/ 495300 w 647700"/>
                <a:gd name="connsiteY25" fmla="*/ 76200 h 647700"/>
                <a:gd name="connsiteX26" fmla="*/ 495300 w 647700"/>
                <a:gd name="connsiteY26" fmla="*/ 114300 h 647700"/>
                <a:gd name="connsiteX27" fmla="*/ 504825 w 647700"/>
                <a:gd name="connsiteY27" fmla="*/ 123825 h 647700"/>
                <a:gd name="connsiteX28" fmla="*/ 514350 w 647700"/>
                <a:gd name="connsiteY28" fmla="*/ 114300 h 647700"/>
                <a:gd name="connsiteX29" fmla="*/ 514350 w 647700"/>
                <a:gd name="connsiteY29" fmla="*/ 76200 h 647700"/>
                <a:gd name="connsiteX30" fmla="*/ 628650 w 647700"/>
                <a:gd name="connsiteY30" fmla="*/ 76200 h 647700"/>
                <a:gd name="connsiteX31" fmla="*/ 628650 w 647700"/>
                <a:gd name="connsiteY31" fmla="*/ 1905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47700" h="647700">
                  <a:moveTo>
                    <a:pt x="514350" y="57150"/>
                  </a:moveTo>
                  <a:lnTo>
                    <a:pt x="514350" y="9525"/>
                  </a:lnTo>
                  <a:cubicBezTo>
                    <a:pt x="514350" y="4264"/>
                    <a:pt x="510086" y="0"/>
                    <a:pt x="504825" y="0"/>
                  </a:cubicBezTo>
                  <a:cubicBezTo>
                    <a:pt x="499564" y="0"/>
                    <a:pt x="495300" y="4264"/>
                    <a:pt x="495300" y="9525"/>
                  </a:cubicBezTo>
                  <a:lnTo>
                    <a:pt x="495300" y="57150"/>
                  </a:lnTo>
                  <a:lnTo>
                    <a:pt x="152400" y="57150"/>
                  </a:lnTo>
                  <a:lnTo>
                    <a:pt x="152400" y="9525"/>
                  </a:lnTo>
                  <a:cubicBezTo>
                    <a:pt x="152400" y="4264"/>
                    <a:pt x="148136" y="0"/>
                    <a:pt x="142875" y="0"/>
                  </a:cubicBezTo>
                  <a:cubicBezTo>
                    <a:pt x="137614" y="0"/>
                    <a:pt x="133350" y="4264"/>
                    <a:pt x="133350" y="9525"/>
                  </a:cubicBezTo>
                  <a:lnTo>
                    <a:pt x="133350" y="57150"/>
                  </a:lnTo>
                  <a:lnTo>
                    <a:pt x="0" y="57150"/>
                  </a:lnTo>
                  <a:lnTo>
                    <a:pt x="0" y="647700"/>
                  </a:lnTo>
                  <a:lnTo>
                    <a:pt x="647700" y="647700"/>
                  </a:lnTo>
                  <a:lnTo>
                    <a:pt x="647700" y="57150"/>
                  </a:lnTo>
                  <a:close/>
                  <a:moveTo>
                    <a:pt x="628650" y="628650"/>
                  </a:moveTo>
                  <a:lnTo>
                    <a:pt x="19050" y="628650"/>
                  </a:lnTo>
                  <a:lnTo>
                    <a:pt x="19050" y="209550"/>
                  </a:lnTo>
                  <a:lnTo>
                    <a:pt x="628650" y="209550"/>
                  </a:lnTo>
                  <a:close/>
                  <a:moveTo>
                    <a:pt x="19050" y="190500"/>
                  </a:moveTo>
                  <a:lnTo>
                    <a:pt x="19050" y="76200"/>
                  </a:lnTo>
                  <a:lnTo>
                    <a:pt x="133350" y="76200"/>
                  </a:lnTo>
                  <a:lnTo>
                    <a:pt x="133350" y="114300"/>
                  </a:lnTo>
                  <a:cubicBezTo>
                    <a:pt x="133350" y="119561"/>
                    <a:pt x="137614" y="123825"/>
                    <a:pt x="142875" y="123825"/>
                  </a:cubicBezTo>
                  <a:cubicBezTo>
                    <a:pt x="148136" y="123825"/>
                    <a:pt x="152400" y="119561"/>
                    <a:pt x="152400" y="114300"/>
                  </a:cubicBezTo>
                  <a:lnTo>
                    <a:pt x="152400" y="76200"/>
                  </a:lnTo>
                  <a:lnTo>
                    <a:pt x="495300" y="76200"/>
                  </a:lnTo>
                  <a:lnTo>
                    <a:pt x="495300" y="114300"/>
                  </a:lnTo>
                  <a:cubicBezTo>
                    <a:pt x="495300" y="119561"/>
                    <a:pt x="499564" y="123825"/>
                    <a:pt x="504825" y="123825"/>
                  </a:cubicBezTo>
                  <a:cubicBezTo>
                    <a:pt x="510086" y="123825"/>
                    <a:pt x="514350" y="119561"/>
                    <a:pt x="514350" y="114300"/>
                  </a:cubicBezTo>
                  <a:lnTo>
                    <a:pt x="514350" y="76200"/>
                  </a:lnTo>
                  <a:lnTo>
                    <a:pt x="628650" y="76200"/>
                  </a:lnTo>
                  <a:lnTo>
                    <a:pt x="628650" y="190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AA90513-34EE-6428-5A07-3DA35B70EE2D}"/>
                </a:ext>
              </a:extLst>
            </p:cNvPr>
            <p:cNvSpPr/>
            <p:nvPr/>
          </p:nvSpPr>
          <p:spPr>
            <a:xfrm>
              <a:off x="7140100" y="1748966"/>
              <a:ext cx="495300" cy="304800"/>
            </a:xfrm>
            <a:custGeom>
              <a:avLst/>
              <a:gdLst>
                <a:gd name="connsiteX0" fmla="*/ 180975 w 495300"/>
                <a:gd name="connsiteY0" fmla="*/ 304800 h 304800"/>
                <a:gd name="connsiteX1" fmla="*/ 495300 w 495300"/>
                <a:gd name="connsiteY1" fmla="*/ 304800 h 304800"/>
                <a:gd name="connsiteX2" fmla="*/ 495300 w 495300"/>
                <a:gd name="connsiteY2" fmla="*/ 0 h 304800"/>
                <a:gd name="connsiteX3" fmla="*/ 0 w 495300"/>
                <a:gd name="connsiteY3" fmla="*/ 0 h 304800"/>
                <a:gd name="connsiteX4" fmla="*/ 0 w 495300"/>
                <a:gd name="connsiteY4" fmla="*/ 304800 h 304800"/>
                <a:gd name="connsiteX5" fmla="*/ 180975 w 495300"/>
                <a:gd name="connsiteY5" fmla="*/ 304800 h 304800"/>
                <a:gd name="connsiteX6" fmla="*/ 180975 w 495300"/>
                <a:gd name="connsiteY6" fmla="*/ 285750 h 304800"/>
                <a:gd name="connsiteX7" fmla="*/ 180975 w 495300"/>
                <a:gd name="connsiteY7" fmla="*/ 209550 h 304800"/>
                <a:gd name="connsiteX8" fmla="*/ 314325 w 495300"/>
                <a:gd name="connsiteY8" fmla="*/ 209550 h 304800"/>
                <a:gd name="connsiteX9" fmla="*/ 314325 w 495300"/>
                <a:gd name="connsiteY9" fmla="*/ 285750 h 304800"/>
                <a:gd name="connsiteX10" fmla="*/ 180975 w 495300"/>
                <a:gd name="connsiteY10" fmla="*/ 114300 h 304800"/>
                <a:gd name="connsiteX11" fmla="*/ 314325 w 495300"/>
                <a:gd name="connsiteY11" fmla="*/ 114300 h 304800"/>
                <a:gd name="connsiteX12" fmla="*/ 314325 w 495300"/>
                <a:gd name="connsiteY12" fmla="*/ 190500 h 304800"/>
                <a:gd name="connsiteX13" fmla="*/ 180975 w 495300"/>
                <a:gd name="connsiteY13" fmla="*/ 190500 h 304800"/>
                <a:gd name="connsiteX14" fmla="*/ 161925 w 495300"/>
                <a:gd name="connsiteY14" fmla="*/ 190500 h 304800"/>
                <a:gd name="connsiteX15" fmla="*/ 19050 w 495300"/>
                <a:gd name="connsiteY15" fmla="*/ 190500 h 304800"/>
                <a:gd name="connsiteX16" fmla="*/ 19050 w 495300"/>
                <a:gd name="connsiteY16" fmla="*/ 114300 h 304800"/>
                <a:gd name="connsiteX17" fmla="*/ 161925 w 495300"/>
                <a:gd name="connsiteY17" fmla="*/ 114300 h 304800"/>
                <a:gd name="connsiteX18" fmla="*/ 333375 w 495300"/>
                <a:gd name="connsiteY18" fmla="*/ 114300 h 304800"/>
                <a:gd name="connsiteX19" fmla="*/ 476250 w 495300"/>
                <a:gd name="connsiteY19" fmla="*/ 114300 h 304800"/>
                <a:gd name="connsiteX20" fmla="*/ 476250 w 495300"/>
                <a:gd name="connsiteY20" fmla="*/ 190500 h 304800"/>
                <a:gd name="connsiteX21" fmla="*/ 333375 w 495300"/>
                <a:gd name="connsiteY21" fmla="*/ 190500 h 304800"/>
                <a:gd name="connsiteX22" fmla="*/ 333375 w 495300"/>
                <a:gd name="connsiteY22" fmla="*/ 285750 h 304800"/>
                <a:gd name="connsiteX23" fmla="*/ 333375 w 495300"/>
                <a:gd name="connsiteY23" fmla="*/ 209550 h 304800"/>
                <a:gd name="connsiteX24" fmla="*/ 476250 w 495300"/>
                <a:gd name="connsiteY24" fmla="*/ 209550 h 304800"/>
                <a:gd name="connsiteX25" fmla="*/ 476250 w 495300"/>
                <a:gd name="connsiteY25" fmla="*/ 285750 h 304800"/>
                <a:gd name="connsiteX26" fmla="*/ 476250 w 495300"/>
                <a:gd name="connsiteY26" fmla="*/ 19050 h 304800"/>
                <a:gd name="connsiteX27" fmla="*/ 476250 w 495300"/>
                <a:gd name="connsiteY27" fmla="*/ 95250 h 304800"/>
                <a:gd name="connsiteX28" fmla="*/ 333375 w 495300"/>
                <a:gd name="connsiteY28" fmla="*/ 95250 h 304800"/>
                <a:gd name="connsiteX29" fmla="*/ 333375 w 495300"/>
                <a:gd name="connsiteY29" fmla="*/ 19050 h 304800"/>
                <a:gd name="connsiteX30" fmla="*/ 314325 w 495300"/>
                <a:gd name="connsiteY30" fmla="*/ 19050 h 304800"/>
                <a:gd name="connsiteX31" fmla="*/ 314325 w 495300"/>
                <a:gd name="connsiteY31" fmla="*/ 95250 h 304800"/>
                <a:gd name="connsiteX32" fmla="*/ 180975 w 495300"/>
                <a:gd name="connsiteY32" fmla="*/ 95250 h 304800"/>
                <a:gd name="connsiteX33" fmla="*/ 180975 w 495300"/>
                <a:gd name="connsiteY33" fmla="*/ 19050 h 304800"/>
                <a:gd name="connsiteX34" fmla="*/ 161925 w 495300"/>
                <a:gd name="connsiteY34" fmla="*/ 19050 h 304800"/>
                <a:gd name="connsiteX35" fmla="*/ 161925 w 495300"/>
                <a:gd name="connsiteY35" fmla="*/ 95250 h 304800"/>
                <a:gd name="connsiteX36" fmla="*/ 19050 w 495300"/>
                <a:gd name="connsiteY36" fmla="*/ 95250 h 304800"/>
                <a:gd name="connsiteX37" fmla="*/ 19050 w 495300"/>
                <a:gd name="connsiteY37" fmla="*/ 19050 h 304800"/>
                <a:gd name="connsiteX38" fmla="*/ 19050 w 495300"/>
                <a:gd name="connsiteY38" fmla="*/ 285750 h 304800"/>
                <a:gd name="connsiteX39" fmla="*/ 19050 w 495300"/>
                <a:gd name="connsiteY39" fmla="*/ 209550 h 304800"/>
                <a:gd name="connsiteX40" fmla="*/ 161925 w 495300"/>
                <a:gd name="connsiteY40" fmla="*/ 209550 h 304800"/>
                <a:gd name="connsiteX41" fmla="*/ 161925 w 495300"/>
                <a:gd name="connsiteY41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5300" h="304800">
                  <a:moveTo>
                    <a:pt x="180975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80975" y="304800"/>
                  </a:lnTo>
                  <a:close/>
                  <a:moveTo>
                    <a:pt x="180975" y="285750"/>
                  </a:moveTo>
                  <a:lnTo>
                    <a:pt x="180975" y="209550"/>
                  </a:lnTo>
                  <a:lnTo>
                    <a:pt x="314325" y="209550"/>
                  </a:lnTo>
                  <a:lnTo>
                    <a:pt x="314325" y="285750"/>
                  </a:lnTo>
                  <a:close/>
                  <a:moveTo>
                    <a:pt x="180975" y="114300"/>
                  </a:moveTo>
                  <a:lnTo>
                    <a:pt x="314325" y="114300"/>
                  </a:lnTo>
                  <a:lnTo>
                    <a:pt x="314325" y="190500"/>
                  </a:lnTo>
                  <a:lnTo>
                    <a:pt x="180975" y="190500"/>
                  </a:lnTo>
                  <a:close/>
                  <a:moveTo>
                    <a:pt x="161925" y="190500"/>
                  </a:moveTo>
                  <a:lnTo>
                    <a:pt x="19050" y="190500"/>
                  </a:lnTo>
                  <a:lnTo>
                    <a:pt x="19050" y="114300"/>
                  </a:lnTo>
                  <a:lnTo>
                    <a:pt x="161925" y="114300"/>
                  </a:lnTo>
                  <a:close/>
                  <a:moveTo>
                    <a:pt x="333375" y="114300"/>
                  </a:moveTo>
                  <a:lnTo>
                    <a:pt x="476250" y="114300"/>
                  </a:lnTo>
                  <a:lnTo>
                    <a:pt x="476250" y="190500"/>
                  </a:lnTo>
                  <a:lnTo>
                    <a:pt x="333375" y="190500"/>
                  </a:lnTo>
                  <a:close/>
                  <a:moveTo>
                    <a:pt x="333375" y="285750"/>
                  </a:moveTo>
                  <a:lnTo>
                    <a:pt x="333375" y="209550"/>
                  </a:lnTo>
                  <a:lnTo>
                    <a:pt x="476250" y="209550"/>
                  </a:lnTo>
                  <a:lnTo>
                    <a:pt x="476250" y="285750"/>
                  </a:lnTo>
                  <a:close/>
                  <a:moveTo>
                    <a:pt x="476250" y="19050"/>
                  </a:moveTo>
                  <a:lnTo>
                    <a:pt x="476250" y="95250"/>
                  </a:lnTo>
                  <a:lnTo>
                    <a:pt x="333375" y="95250"/>
                  </a:lnTo>
                  <a:lnTo>
                    <a:pt x="333375" y="19050"/>
                  </a:lnTo>
                  <a:close/>
                  <a:moveTo>
                    <a:pt x="314325" y="19050"/>
                  </a:moveTo>
                  <a:lnTo>
                    <a:pt x="314325" y="95250"/>
                  </a:lnTo>
                  <a:lnTo>
                    <a:pt x="180975" y="95250"/>
                  </a:lnTo>
                  <a:lnTo>
                    <a:pt x="180975" y="19050"/>
                  </a:lnTo>
                  <a:close/>
                  <a:moveTo>
                    <a:pt x="161925" y="19050"/>
                  </a:moveTo>
                  <a:lnTo>
                    <a:pt x="161925" y="95250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  <a:moveTo>
                    <a:pt x="19050" y="285750"/>
                  </a:moveTo>
                  <a:lnTo>
                    <a:pt x="19050" y="209550"/>
                  </a:lnTo>
                  <a:lnTo>
                    <a:pt x="161925" y="209550"/>
                  </a:lnTo>
                  <a:lnTo>
                    <a:pt x="161925" y="2857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AE04177-8D26-5BF4-9EE5-1456320B0003}"/>
              </a:ext>
            </a:extLst>
          </p:cNvPr>
          <p:cNvSpPr txBox="1"/>
          <p:nvPr/>
        </p:nvSpPr>
        <p:spPr>
          <a:xfrm>
            <a:off x="507486" y="845393"/>
            <a:ext cx="422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 What?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0BE5E-898C-839B-E317-EBD5316C0A77}"/>
              </a:ext>
            </a:extLst>
          </p:cNvPr>
          <p:cNvSpPr txBox="1"/>
          <p:nvPr/>
        </p:nvSpPr>
        <p:spPr>
          <a:xfrm>
            <a:off x="957436" y="2155597"/>
            <a:ext cx="661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95000"/>
                  </a:schemeClr>
                </a:solidFill>
              </a:rPr>
              <a:t>Initial analysis reveals;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2C5A5-CC61-F94A-90F9-FF4C99D9CE42}"/>
              </a:ext>
            </a:extLst>
          </p:cNvPr>
          <p:cNvSpPr txBox="1"/>
          <p:nvPr/>
        </p:nvSpPr>
        <p:spPr>
          <a:xfrm>
            <a:off x="1046627" y="2738801"/>
            <a:ext cx="661407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Poor payment method and customer support ineffectiveness.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High customers frustration on ‘Delivery’ across all Product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Products not meeting up with expectations as ‘advertised’.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0" name="Graphic 31" descr="Research outline">
            <a:extLst>
              <a:ext uri="{FF2B5EF4-FFF2-40B4-BE49-F238E27FC236}">
                <a16:creationId xmlns:a16="http://schemas.microsoft.com/office/drawing/2014/main" id="{408D91E0-4BA5-312A-1843-DB3BAE89D411}"/>
              </a:ext>
            </a:extLst>
          </p:cNvPr>
          <p:cNvSpPr/>
          <p:nvPr/>
        </p:nvSpPr>
        <p:spPr>
          <a:xfrm>
            <a:off x="339545" y="2095613"/>
            <a:ext cx="617891" cy="610324"/>
          </a:xfrm>
          <a:custGeom>
            <a:avLst/>
            <a:gdLst>
              <a:gd name="connsiteX0" fmla="*/ 732718 w 747966"/>
              <a:gd name="connsiteY0" fmla="*/ 637151 h 746439"/>
              <a:gd name="connsiteX1" fmla="*/ 598825 w 747966"/>
              <a:gd name="connsiteY1" fmla="*/ 503030 h 746439"/>
              <a:gd name="connsiteX2" fmla="*/ 518053 w 747966"/>
              <a:gd name="connsiteY2" fmla="*/ 503030 h 746439"/>
              <a:gd name="connsiteX3" fmla="*/ 478410 w 747966"/>
              <a:gd name="connsiteY3" fmla="*/ 463386 h 746439"/>
              <a:gd name="connsiteX4" fmla="*/ 463386 w 747966"/>
              <a:gd name="connsiteY4" fmla="*/ 73452 h 746439"/>
              <a:gd name="connsiteX5" fmla="*/ 73453 w 747966"/>
              <a:gd name="connsiteY5" fmla="*/ 88476 h 746439"/>
              <a:gd name="connsiteX6" fmla="*/ 88475 w 747966"/>
              <a:gd name="connsiteY6" fmla="*/ 478410 h 746439"/>
              <a:gd name="connsiteX7" fmla="*/ 464951 w 747966"/>
              <a:gd name="connsiteY7" fmla="*/ 476950 h 746439"/>
              <a:gd name="connsiteX8" fmla="*/ 504575 w 747966"/>
              <a:gd name="connsiteY8" fmla="*/ 516584 h 746439"/>
              <a:gd name="connsiteX9" fmla="*/ 489564 w 747966"/>
              <a:gd name="connsiteY9" fmla="*/ 553683 h 746439"/>
              <a:gd name="connsiteX10" fmla="*/ 504518 w 747966"/>
              <a:gd name="connsiteY10" fmla="*/ 597118 h 746439"/>
              <a:gd name="connsiteX11" fmla="*/ 638363 w 747966"/>
              <a:gd name="connsiteY11" fmla="*/ 731191 h 746439"/>
              <a:gd name="connsiteX12" fmla="*/ 676558 w 747966"/>
              <a:gd name="connsiteY12" fmla="*/ 746431 h 746439"/>
              <a:gd name="connsiteX13" fmla="*/ 726241 w 747966"/>
              <a:gd name="connsiteY13" fmla="*/ 725010 h 746439"/>
              <a:gd name="connsiteX14" fmla="*/ 747634 w 747966"/>
              <a:gd name="connsiteY14" fmla="*/ 680614 h 746439"/>
              <a:gd name="connsiteX15" fmla="*/ 732718 w 747966"/>
              <a:gd name="connsiteY15" fmla="*/ 637151 h 746439"/>
              <a:gd name="connsiteX16" fmla="*/ 94676 w 747966"/>
              <a:gd name="connsiteY16" fmla="*/ 93169 h 746439"/>
              <a:gd name="connsiteX17" fmla="*/ 322057 w 747966"/>
              <a:gd name="connsiteY17" fmla="*/ 21731 h 746439"/>
              <a:gd name="connsiteX18" fmla="*/ 421527 w 747966"/>
              <a:gd name="connsiteY18" fmla="*/ 62451 h 746439"/>
              <a:gd name="connsiteX19" fmla="*/ 533588 w 747966"/>
              <a:gd name="connsiteY19" fmla="*/ 275020 h 746439"/>
              <a:gd name="connsiteX20" fmla="*/ 433576 w 747966"/>
              <a:gd name="connsiteY20" fmla="*/ 275020 h 746439"/>
              <a:gd name="connsiteX21" fmla="*/ 426346 w 747966"/>
              <a:gd name="connsiteY21" fmla="*/ 278344 h 746439"/>
              <a:gd name="connsiteX22" fmla="*/ 381083 w 747966"/>
              <a:gd name="connsiteY22" fmla="*/ 331151 h 746439"/>
              <a:gd name="connsiteX23" fmla="*/ 380952 w 747966"/>
              <a:gd name="connsiteY23" fmla="*/ 331181 h 746439"/>
              <a:gd name="connsiteX24" fmla="*/ 380921 w 747966"/>
              <a:gd name="connsiteY24" fmla="*/ 331151 h 746439"/>
              <a:gd name="connsiteX25" fmla="*/ 347527 w 747966"/>
              <a:gd name="connsiteY25" fmla="*/ 205888 h 746439"/>
              <a:gd name="connsiteX26" fmla="*/ 335868 w 747966"/>
              <a:gd name="connsiteY26" fmla="*/ 199140 h 746439"/>
              <a:gd name="connsiteX27" fmla="*/ 329429 w 747966"/>
              <a:gd name="connsiteY27" fmla="*/ 204935 h 746439"/>
              <a:gd name="connsiteX28" fmla="*/ 259811 w 747966"/>
              <a:gd name="connsiteY28" fmla="*/ 384958 h 746439"/>
              <a:gd name="connsiteX29" fmla="*/ 259691 w 747966"/>
              <a:gd name="connsiteY29" fmla="*/ 385019 h 746439"/>
              <a:gd name="connsiteX30" fmla="*/ 259630 w 747966"/>
              <a:gd name="connsiteY30" fmla="*/ 384958 h 746439"/>
              <a:gd name="connsiteX31" fmla="*/ 214339 w 747966"/>
              <a:gd name="connsiteY31" fmla="*/ 139937 h 746439"/>
              <a:gd name="connsiteX32" fmla="*/ 203238 w 747966"/>
              <a:gd name="connsiteY32" fmla="*/ 132305 h 746439"/>
              <a:gd name="connsiteX33" fmla="*/ 195936 w 747966"/>
              <a:gd name="connsiteY33" fmla="*/ 138660 h 746439"/>
              <a:gd name="connsiteX34" fmla="*/ 150483 w 747966"/>
              <a:gd name="connsiteY34" fmla="*/ 275020 h 746439"/>
              <a:gd name="connsiteX35" fmla="*/ 19467 w 747966"/>
              <a:gd name="connsiteY35" fmla="*/ 275020 h 746439"/>
              <a:gd name="connsiteX36" fmla="*/ 94676 w 747966"/>
              <a:gd name="connsiteY36" fmla="*/ 93169 h 746439"/>
              <a:gd name="connsiteX37" fmla="*/ 134205 w 747966"/>
              <a:gd name="connsiteY37" fmla="*/ 489409 h 746439"/>
              <a:gd name="connsiteX38" fmla="*/ 20248 w 747966"/>
              <a:gd name="connsiteY38" fmla="*/ 294070 h 746439"/>
              <a:gd name="connsiteX39" fmla="*/ 157351 w 747966"/>
              <a:gd name="connsiteY39" fmla="*/ 294070 h 746439"/>
              <a:gd name="connsiteX40" fmla="*/ 166390 w 747966"/>
              <a:gd name="connsiteY40" fmla="*/ 287555 h 746439"/>
              <a:gd name="connsiteX41" fmla="*/ 202213 w 747966"/>
              <a:gd name="connsiteY41" fmla="*/ 180084 h 746439"/>
              <a:gd name="connsiteX42" fmla="*/ 202333 w 747966"/>
              <a:gd name="connsiteY42" fmla="*/ 180023 h 746439"/>
              <a:gd name="connsiteX43" fmla="*/ 202394 w 747966"/>
              <a:gd name="connsiteY43" fmla="*/ 180084 h 746439"/>
              <a:gd name="connsiteX44" fmla="*/ 247086 w 747966"/>
              <a:gd name="connsiteY44" fmla="*/ 421772 h 746439"/>
              <a:gd name="connsiteX45" fmla="*/ 255572 w 747966"/>
              <a:gd name="connsiteY45" fmla="*/ 429525 h 746439"/>
              <a:gd name="connsiteX46" fmla="*/ 256458 w 747966"/>
              <a:gd name="connsiteY46" fmla="*/ 429525 h 746439"/>
              <a:gd name="connsiteX47" fmla="*/ 265336 w 747966"/>
              <a:gd name="connsiteY47" fmla="*/ 423439 h 746439"/>
              <a:gd name="connsiteX48" fmla="*/ 336554 w 747966"/>
              <a:gd name="connsiteY48" fmla="*/ 239282 h 746439"/>
              <a:gd name="connsiteX49" fmla="*/ 336674 w 747966"/>
              <a:gd name="connsiteY49" fmla="*/ 239221 h 746439"/>
              <a:gd name="connsiteX50" fmla="*/ 336735 w 747966"/>
              <a:gd name="connsiteY50" fmla="*/ 239282 h 746439"/>
              <a:gd name="connsiteX51" fmla="*/ 367215 w 747966"/>
              <a:gd name="connsiteY51" fmla="*/ 353582 h 746439"/>
              <a:gd name="connsiteX52" fmla="*/ 378876 w 747966"/>
              <a:gd name="connsiteY52" fmla="*/ 360325 h 746439"/>
              <a:gd name="connsiteX53" fmla="*/ 383646 w 747966"/>
              <a:gd name="connsiteY53" fmla="*/ 357326 h 746439"/>
              <a:gd name="connsiteX54" fmla="*/ 437957 w 747966"/>
              <a:gd name="connsiteY54" fmla="*/ 294070 h 746439"/>
              <a:gd name="connsiteX55" fmla="*/ 532807 w 747966"/>
              <a:gd name="connsiteY55" fmla="*/ 294070 h 746439"/>
              <a:gd name="connsiteX56" fmla="*/ 257612 w 747966"/>
              <a:gd name="connsiteY56" fmla="*/ 531657 h 746439"/>
              <a:gd name="connsiteX57" fmla="*/ 231465 w 747966"/>
              <a:gd name="connsiteY57" fmla="*/ 528385 h 746439"/>
              <a:gd name="connsiteX58" fmla="*/ 134205 w 747966"/>
              <a:gd name="connsiteY58" fmla="*/ 489409 h 746439"/>
              <a:gd name="connsiteX59" fmla="*/ 712830 w 747966"/>
              <a:gd name="connsiteY59" fmla="*/ 711484 h 746439"/>
              <a:gd name="connsiteX60" fmla="*/ 651870 w 747966"/>
              <a:gd name="connsiteY60" fmla="*/ 717733 h 746439"/>
              <a:gd name="connsiteX61" fmla="*/ 517996 w 747966"/>
              <a:gd name="connsiteY61" fmla="*/ 583630 h 746439"/>
              <a:gd name="connsiteX62" fmla="*/ 508547 w 747966"/>
              <a:gd name="connsiteY62" fmla="*/ 555303 h 746439"/>
              <a:gd name="connsiteX63" fmla="*/ 524397 w 747966"/>
              <a:gd name="connsiteY63" fmla="*/ 522756 h 746439"/>
              <a:gd name="connsiteX64" fmla="*/ 585357 w 747966"/>
              <a:gd name="connsiteY64" fmla="*/ 516507 h 746439"/>
              <a:gd name="connsiteX65" fmla="*/ 719240 w 747966"/>
              <a:gd name="connsiteY65" fmla="*/ 650610 h 746439"/>
              <a:gd name="connsiteX66" fmla="*/ 728689 w 747966"/>
              <a:gd name="connsiteY66" fmla="*/ 678937 h 746439"/>
              <a:gd name="connsiteX67" fmla="*/ 712830 w 747966"/>
              <a:gd name="connsiteY67" fmla="*/ 711484 h 74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747966" h="746439">
                <a:moveTo>
                  <a:pt x="732718" y="637151"/>
                </a:moveTo>
                <a:lnTo>
                  <a:pt x="598825" y="503030"/>
                </a:lnTo>
                <a:cubicBezTo>
                  <a:pt x="578327" y="482494"/>
                  <a:pt x="543713" y="483103"/>
                  <a:pt x="518053" y="503030"/>
                </a:cubicBezTo>
                <a:lnTo>
                  <a:pt x="478410" y="463386"/>
                </a:lnTo>
                <a:cubicBezTo>
                  <a:pt x="581939" y="351560"/>
                  <a:pt x="575212" y="176981"/>
                  <a:pt x="463386" y="73452"/>
                </a:cubicBezTo>
                <a:cubicBezTo>
                  <a:pt x="351561" y="-30077"/>
                  <a:pt x="176981" y="-23350"/>
                  <a:pt x="73453" y="88476"/>
                </a:cubicBezTo>
                <a:cubicBezTo>
                  <a:pt x="-30077" y="200301"/>
                  <a:pt x="-23350" y="374881"/>
                  <a:pt x="88475" y="478410"/>
                </a:cubicBezTo>
                <a:cubicBezTo>
                  <a:pt x="194863" y="576904"/>
                  <a:pt x="359330" y="576266"/>
                  <a:pt x="464951" y="476950"/>
                </a:cubicBezTo>
                <a:lnTo>
                  <a:pt x="504575" y="516584"/>
                </a:lnTo>
                <a:cubicBezTo>
                  <a:pt x="496092" y="527240"/>
                  <a:pt x="490878" y="540127"/>
                  <a:pt x="489564" y="553683"/>
                </a:cubicBezTo>
                <a:cubicBezTo>
                  <a:pt x="487791" y="569670"/>
                  <a:pt x="493278" y="585610"/>
                  <a:pt x="504518" y="597118"/>
                </a:cubicBezTo>
                <a:lnTo>
                  <a:pt x="638363" y="731191"/>
                </a:lnTo>
                <a:cubicBezTo>
                  <a:pt x="648539" y="741183"/>
                  <a:pt x="662299" y="746673"/>
                  <a:pt x="676558" y="746431"/>
                </a:cubicBezTo>
                <a:cubicBezTo>
                  <a:pt x="695293" y="746107"/>
                  <a:pt x="713144" y="738409"/>
                  <a:pt x="726241" y="725010"/>
                </a:cubicBezTo>
                <a:cubicBezTo>
                  <a:pt x="738375" y="713190"/>
                  <a:pt x="745951" y="697469"/>
                  <a:pt x="747634" y="680614"/>
                </a:cubicBezTo>
                <a:cubicBezTo>
                  <a:pt x="749422" y="664623"/>
                  <a:pt x="743948" y="648673"/>
                  <a:pt x="732718" y="637151"/>
                </a:cubicBezTo>
                <a:close/>
                <a:moveTo>
                  <a:pt x="94676" y="93169"/>
                </a:moveTo>
                <a:cubicBezTo>
                  <a:pt x="154172" y="33516"/>
                  <a:pt x="239135" y="6822"/>
                  <a:pt x="322057" y="21731"/>
                </a:cubicBezTo>
                <a:cubicBezTo>
                  <a:pt x="357788" y="27883"/>
                  <a:pt x="391739" y="41781"/>
                  <a:pt x="421527" y="62451"/>
                </a:cubicBezTo>
                <a:cubicBezTo>
                  <a:pt x="491738" y="110413"/>
                  <a:pt x="533689" y="189990"/>
                  <a:pt x="533588" y="275020"/>
                </a:cubicBezTo>
                <a:lnTo>
                  <a:pt x="433576" y="275020"/>
                </a:lnTo>
                <a:cubicBezTo>
                  <a:pt x="430796" y="275020"/>
                  <a:pt x="428156" y="276235"/>
                  <a:pt x="426346" y="278344"/>
                </a:cubicBezTo>
                <a:lnTo>
                  <a:pt x="381083" y="331151"/>
                </a:lnTo>
                <a:cubicBezTo>
                  <a:pt x="381056" y="331196"/>
                  <a:pt x="380997" y="331209"/>
                  <a:pt x="380952" y="331181"/>
                </a:cubicBezTo>
                <a:cubicBezTo>
                  <a:pt x="380940" y="331174"/>
                  <a:pt x="380929" y="331163"/>
                  <a:pt x="380921" y="331151"/>
                </a:cubicBezTo>
                <a:lnTo>
                  <a:pt x="347527" y="205888"/>
                </a:lnTo>
                <a:cubicBezTo>
                  <a:pt x="346170" y="200805"/>
                  <a:pt x="340951" y="197784"/>
                  <a:pt x="335868" y="199140"/>
                </a:cubicBezTo>
                <a:cubicBezTo>
                  <a:pt x="332916" y="199928"/>
                  <a:pt x="330522" y="202082"/>
                  <a:pt x="329429" y="204935"/>
                </a:cubicBezTo>
                <a:lnTo>
                  <a:pt x="259811" y="384958"/>
                </a:lnTo>
                <a:cubicBezTo>
                  <a:pt x="259795" y="385007"/>
                  <a:pt x="259741" y="385035"/>
                  <a:pt x="259691" y="385019"/>
                </a:cubicBezTo>
                <a:cubicBezTo>
                  <a:pt x="259662" y="385009"/>
                  <a:pt x="259640" y="384986"/>
                  <a:pt x="259630" y="384958"/>
                </a:cubicBezTo>
                <a:lnTo>
                  <a:pt x="214339" y="139937"/>
                </a:lnTo>
                <a:cubicBezTo>
                  <a:pt x="213380" y="134764"/>
                  <a:pt x="208411" y="131348"/>
                  <a:pt x="203238" y="132305"/>
                </a:cubicBezTo>
                <a:cubicBezTo>
                  <a:pt x="199829" y="132937"/>
                  <a:pt x="197033" y="135371"/>
                  <a:pt x="195936" y="138660"/>
                </a:cubicBezTo>
                <a:lnTo>
                  <a:pt x="150483" y="275020"/>
                </a:lnTo>
                <a:lnTo>
                  <a:pt x="19467" y="275020"/>
                </a:lnTo>
                <a:cubicBezTo>
                  <a:pt x="19348" y="206812"/>
                  <a:pt x="46414" y="141368"/>
                  <a:pt x="94676" y="93169"/>
                </a:cubicBezTo>
                <a:close/>
                <a:moveTo>
                  <a:pt x="134205" y="489409"/>
                </a:moveTo>
                <a:cubicBezTo>
                  <a:pt x="68060" y="445418"/>
                  <a:pt x="25988" y="373300"/>
                  <a:pt x="20248" y="294070"/>
                </a:cubicBezTo>
                <a:lnTo>
                  <a:pt x="157351" y="294070"/>
                </a:lnTo>
                <a:cubicBezTo>
                  <a:pt x="161452" y="294071"/>
                  <a:pt x="165094" y="291446"/>
                  <a:pt x="166390" y="287555"/>
                </a:cubicBezTo>
                <a:lnTo>
                  <a:pt x="202213" y="180084"/>
                </a:lnTo>
                <a:cubicBezTo>
                  <a:pt x="202230" y="180035"/>
                  <a:pt x="202284" y="180007"/>
                  <a:pt x="202333" y="180023"/>
                </a:cubicBezTo>
                <a:cubicBezTo>
                  <a:pt x="202362" y="180033"/>
                  <a:pt x="202385" y="180056"/>
                  <a:pt x="202394" y="180084"/>
                </a:cubicBezTo>
                <a:lnTo>
                  <a:pt x="247086" y="421772"/>
                </a:lnTo>
                <a:cubicBezTo>
                  <a:pt x="247860" y="425965"/>
                  <a:pt x="251327" y="429132"/>
                  <a:pt x="255572" y="429525"/>
                </a:cubicBezTo>
                <a:cubicBezTo>
                  <a:pt x="255868" y="429525"/>
                  <a:pt x="256163" y="429525"/>
                  <a:pt x="256458" y="429525"/>
                </a:cubicBezTo>
                <a:cubicBezTo>
                  <a:pt x="260390" y="429523"/>
                  <a:pt x="263916" y="427105"/>
                  <a:pt x="265336" y="423439"/>
                </a:cubicBezTo>
                <a:lnTo>
                  <a:pt x="336554" y="239282"/>
                </a:lnTo>
                <a:cubicBezTo>
                  <a:pt x="336570" y="239233"/>
                  <a:pt x="336624" y="239205"/>
                  <a:pt x="336674" y="239221"/>
                </a:cubicBezTo>
                <a:cubicBezTo>
                  <a:pt x="336703" y="239231"/>
                  <a:pt x="336725" y="239254"/>
                  <a:pt x="336735" y="239282"/>
                </a:cubicBezTo>
                <a:lnTo>
                  <a:pt x="367215" y="353582"/>
                </a:lnTo>
                <a:cubicBezTo>
                  <a:pt x="368573" y="358665"/>
                  <a:pt x="373794" y="361683"/>
                  <a:pt x="378876" y="360325"/>
                </a:cubicBezTo>
                <a:cubicBezTo>
                  <a:pt x="380732" y="359829"/>
                  <a:pt x="382395" y="358784"/>
                  <a:pt x="383646" y="357326"/>
                </a:cubicBezTo>
                <a:lnTo>
                  <a:pt x="437957" y="294070"/>
                </a:lnTo>
                <a:lnTo>
                  <a:pt x="532807" y="294070"/>
                </a:lnTo>
                <a:cubicBezTo>
                  <a:pt x="522422" y="435671"/>
                  <a:pt x="399212" y="542042"/>
                  <a:pt x="257612" y="531657"/>
                </a:cubicBezTo>
                <a:cubicBezTo>
                  <a:pt x="248846" y="531014"/>
                  <a:pt x="240119" y="529922"/>
                  <a:pt x="231465" y="528385"/>
                </a:cubicBezTo>
                <a:cubicBezTo>
                  <a:pt x="196636" y="522475"/>
                  <a:pt x="163475" y="509186"/>
                  <a:pt x="134205" y="489409"/>
                </a:cubicBezTo>
                <a:close/>
                <a:moveTo>
                  <a:pt x="712830" y="711484"/>
                </a:moveTo>
                <a:cubicBezTo>
                  <a:pt x="694265" y="729991"/>
                  <a:pt x="666919" y="732801"/>
                  <a:pt x="651870" y="717733"/>
                </a:cubicBezTo>
                <a:lnTo>
                  <a:pt x="517996" y="583630"/>
                </a:lnTo>
                <a:cubicBezTo>
                  <a:pt x="510768" y="576076"/>
                  <a:pt x="507302" y="565683"/>
                  <a:pt x="508547" y="555303"/>
                </a:cubicBezTo>
                <a:cubicBezTo>
                  <a:pt x="509835" y="542927"/>
                  <a:pt x="515448" y="531402"/>
                  <a:pt x="524397" y="522756"/>
                </a:cubicBezTo>
                <a:cubicBezTo>
                  <a:pt x="542951" y="504239"/>
                  <a:pt x="570297" y="501429"/>
                  <a:pt x="585357" y="516507"/>
                </a:cubicBezTo>
                <a:lnTo>
                  <a:pt x="719240" y="650610"/>
                </a:lnTo>
                <a:cubicBezTo>
                  <a:pt x="726465" y="658166"/>
                  <a:pt x="729931" y="668557"/>
                  <a:pt x="728689" y="678937"/>
                </a:cubicBezTo>
                <a:cubicBezTo>
                  <a:pt x="727397" y="691314"/>
                  <a:pt x="721781" y="702839"/>
                  <a:pt x="712830" y="711484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860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3F381-E392-1A6A-0621-9EA3CF5DD6EE}"/>
              </a:ext>
            </a:extLst>
          </p:cNvPr>
          <p:cNvSpPr txBox="1"/>
          <p:nvPr/>
        </p:nvSpPr>
        <p:spPr>
          <a:xfrm>
            <a:off x="353193" y="74822"/>
            <a:ext cx="71343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What Our Customers Are Complaining About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5BB3A8-3EED-E7AD-2336-F417B012DD42}"/>
              </a:ext>
            </a:extLst>
          </p:cNvPr>
          <p:cNvSpPr/>
          <p:nvPr/>
        </p:nvSpPr>
        <p:spPr>
          <a:xfrm>
            <a:off x="512780" y="1152040"/>
            <a:ext cx="10718775" cy="45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7B64D-FD7D-3721-028B-4F6522E90CEB}"/>
              </a:ext>
            </a:extLst>
          </p:cNvPr>
          <p:cNvSpPr txBox="1"/>
          <p:nvPr/>
        </p:nvSpPr>
        <p:spPr>
          <a:xfrm>
            <a:off x="512780" y="1296367"/>
            <a:ext cx="7134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>
                    <a:lumMod val="25000"/>
                  </a:schemeClr>
                </a:solidFill>
              </a:rPr>
              <a:t>The Real Story in Details : </a:t>
            </a:r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Complaint Phrases</a:t>
            </a:r>
            <a:endParaRPr lang="en-GB" sz="22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4B1971-5B07-EA13-1A23-BB69AB003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907378"/>
              </p:ext>
            </p:extLst>
          </p:nvPr>
        </p:nvGraphicFramePr>
        <p:xfrm>
          <a:off x="512780" y="2274977"/>
          <a:ext cx="10980524" cy="4457700"/>
        </p:xfrm>
        <a:graphic>
          <a:graphicData uri="http://schemas.openxmlformats.org/drawingml/2006/table">
            <a:tbl>
              <a:tblPr/>
              <a:tblGrid>
                <a:gridCol w="2641929">
                  <a:extLst>
                    <a:ext uri="{9D8B030D-6E8A-4147-A177-3AD203B41FA5}">
                      <a16:colId xmlns:a16="http://schemas.microsoft.com/office/drawing/2014/main" val="2906334517"/>
                    </a:ext>
                  </a:extLst>
                </a:gridCol>
                <a:gridCol w="2146570">
                  <a:extLst>
                    <a:ext uri="{9D8B030D-6E8A-4147-A177-3AD203B41FA5}">
                      <a16:colId xmlns:a16="http://schemas.microsoft.com/office/drawing/2014/main" val="4050361004"/>
                    </a:ext>
                  </a:extLst>
                </a:gridCol>
                <a:gridCol w="2947405">
                  <a:extLst>
                    <a:ext uri="{9D8B030D-6E8A-4147-A177-3AD203B41FA5}">
                      <a16:colId xmlns:a16="http://schemas.microsoft.com/office/drawing/2014/main" val="926846478"/>
                    </a:ext>
                  </a:extLst>
                </a:gridCol>
                <a:gridCol w="3244620">
                  <a:extLst>
                    <a:ext uri="{9D8B030D-6E8A-4147-A177-3AD203B41FA5}">
                      <a16:colId xmlns:a16="http://schemas.microsoft.com/office/drawing/2014/main" val="6324912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Paired Words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Frequency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Complaint Type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Product Category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5676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not working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5547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mixer grinder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4838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food processor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19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necklace chain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Jewelry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674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 pages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0221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tablet screen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4441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 arrived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6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dress fabric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Clothing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8181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coming loose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Clothing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8274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first wash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Clothing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4880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smart bulb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862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badminton racket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Sports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6843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arrived with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Delivery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2600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face cream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153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after first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Clothing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124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jacket lining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Clothing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2094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shirt buttons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Clothing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812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yoga mat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Sports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4636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cricket bat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Quality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Sports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806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692671"/>
      </p:ext>
    </p:extLst>
  </p:cSld>
  <p:clrMapOvr>
    <a:masterClrMapping/>
  </p:clrMapOvr>
  <p:transition spd="slow" advClick="0" advTm="1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A908C-5361-89D3-AF3B-21D5942E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1818009-A6A1-2F1F-AF97-5C18F81601F2}"/>
              </a:ext>
            </a:extLst>
          </p:cNvPr>
          <p:cNvSpPr/>
          <p:nvPr/>
        </p:nvSpPr>
        <p:spPr>
          <a:xfrm>
            <a:off x="6780551" y="427703"/>
            <a:ext cx="5411449" cy="3410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135421-6B45-8CE5-A055-1E0694DA983C}"/>
              </a:ext>
            </a:extLst>
          </p:cNvPr>
          <p:cNvSpPr/>
          <p:nvPr/>
        </p:nvSpPr>
        <p:spPr>
          <a:xfrm>
            <a:off x="6780550" y="3644278"/>
            <a:ext cx="5411449" cy="2816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7B17182-E901-50E2-F525-0100C1839362}"/>
              </a:ext>
            </a:extLst>
          </p:cNvPr>
          <p:cNvSpPr/>
          <p:nvPr/>
        </p:nvSpPr>
        <p:spPr>
          <a:xfrm>
            <a:off x="-16412" y="427703"/>
            <a:ext cx="8555971" cy="6033393"/>
          </a:xfrm>
          <a:custGeom>
            <a:avLst/>
            <a:gdLst>
              <a:gd name="connsiteX0" fmla="*/ 0 w 8555971"/>
              <a:gd name="connsiteY0" fmla="*/ 0 h 3477719"/>
              <a:gd name="connsiteX1" fmla="*/ 8432733 w 8555971"/>
              <a:gd name="connsiteY1" fmla="*/ 0 h 3477719"/>
              <a:gd name="connsiteX2" fmla="*/ 8046617 w 8555971"/>
              <a:gd name="connsiteY2" fmla="*/ 1666023 h 3477719"/>
              <a:gd name="connsiteX3" fmla="*/ 8046263 w 8555971"/>
              <a:gd name="connsiteY3" fmla="*/ 1666928 h 3477719"/>
              <a:gd name="connsiteX4" fmla="*/ 8046395 w 8555971"/>
              <a:gd name="connsiteY4" fmla="*/ 1666980 h 3477719"/>
              <a:gd name="connsiteX5" fmla="*/ 8046264 w 8555971"/>
              <a:gd name="connsiteY5" fmla="*/ 1667543 h 3477719"/>
              <a:gd name="connsiteX6" fmla="*/ 8050141 w 8555971"/>
              <a:gd name="connsiteY6" fmla="*/ 1668442 h 3477719"/>
              <a:gd name="connsiteX7" fmla="*/ 8555971 w 8555971"/>
              <a:gd name="connsiteY7" fmla="*/ 1865864 h 3477719"/>
              <a:gd name="connsiteX8" fmla="*/ 8182409 w 8555971"/>
              <a:gd name="connsiteY8" fmla="*/ 3477719 h 3477719"/>
              <a:gd name="connsiteX9" fmla="*/ 0 w 8555971"/>
              <a:gd name="connsiteY9" fmla="*/ 3477719 h 3477719"/>
              <a:gd name="connsiteX10" fmla="*/ 0 w 8555971"/>
              <a:gd name="connsiteY10" fmla="*/ 0 h 34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55971" h="3477719">
                <a:moveTo>
                  <a:pt x="0" y="0"/>
                </a:moveTo>
                <a:lnTo>
                  <a:pt x="8432733" y="0"/>
                </a:lnTo>
                <a:lnTo>
                  <a:pt x="8046617" y="1666023"/>
                </a:lnTo>
                <a:lnTo>
                  <a:pt x="8046263" y="1666928"/>
                </a:lnTo>
                <a:lnTo>
                  <a:pt x="8046395" y="1666980"/>
                </a:lnTo>
                <a:lnTo>
                  <a:pt x="8046264" y="1667543"/>
                </a:lnTo>
                <a:lnTo>
                  <a:pt x="8050141" y="1668442"/>
                </a:lnTo>
                <a:lnTo>
                  <a:pt x="8555971" y="1865864"/>
                </a:lnTo>
                <a:lnTo>
                  <a:pt x="8182409" y="3477719"/>
                </a:lnTo>
                <a:lnTo>
                  <a:pt x="0" y="347771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12" name="Graphic 51" descr="Comment Important outline">
            <a:extLst>
              <a:ext uri="{FF2B5EF4-FFF2-40B4-BE49-F238E27FC236}">
                <a16:creationId xmlns:a16="http://schemas.microsoft.com/office/drawing/2014/main" id="{A82933F9-6457-B9A7-D388-08E02F41F2E6}"/>
              </a:ext>
            </a:extLst>
          </p:cNvPr>
          <p:cNvGrpSpPr/>
          <p:nvPr/>
        </p:nvGrpSpPr>
        <p:grpSpPr>
          <a:xfrm>
            <a:off x="10026650" y="2609011"/>
            <a:ext cx="642266" cy="411843"/>
            <a:chOff x="6613898" y="1060888"/>
            <a:chExt cx="647703" cy="590664"/>
          </a:xfrm>
          <a:solidFill>
            <a:schemeClr val="bg1">
              <a:lumMod val="7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9990E4E-11E5-2146-2185-BAFE3C89246C}"/>
                </a:ext>
              </a:extLst>
            </p:cNvPr>
            <p:cNvSpPr/>
            <p:nvPr/>
          </p:nvSpPr>
          <p:spPr>
            <a:xfrm>
              <a:off x="6613898" y="1060888"/>
              <a:ext cx="647703" cy="590664"/>
            </a:xfrm>
            <a:custGeom>
              <a:avLst/>
              <a:gdLst>
                <a:gd name="connsiteX0" fmla="*/ 615316 w 647703"/>
                <a:gd name="connsiteY0" fmla="*/ 0 h 590664"/>
                <a:gd name="connsiteX1" fmla="*/ 32386 w 647703"/>
                <a:gd name="connsiteY1" fmla="*/ 0 h 590664"/>
                <a:gd name="connsiteX2" fmla="*/ 1 w 647703"/>
                <a:gd name="connsiteY2" fmla="*/ 32385 h 590664"/>
                <a:gd name="connsiteX3" fmla="*/ 1 w 647703"/>
                <a:gd name="connsiteY3" fmla="*/ 425882 h 590664"/>
                <a:gd name="connsiteX4" fmla="*/ 31851 w 647703"/>
                <a:gd name="connsiteY4" fmla="*/ 458267 h 590664"/>
                <a:gd name="connsiteX5" fmla="*/ 32386 w 647703"/>
                <a:gd name="connsiteY5" fmla="*/ 458267 h 590664"/>
                <a:gd name="connsiteX6" fmla="*/ 388621 w 647703"/>
                <a:gd name="connsiteY6" fmla="*/ 458267 h 590664"/>
                <a:gd name="connsiteX7" fmla="*/ 518161 w 647703"/>
                <a:gd name="connsiteY7" fmla="*/ 590664 h 590664"/>
                <a:gd name="connsiteX8" fmla="*/ 518161 w 647703"/>
                <a:gd name="connsiteY8" fmla="*/ 459219 h 590664"/>
                <a:gd name="connsiteX9" fmla="*/ 615316 w 647703"/>
                <a:gd name="connsiteY9" fmla="*/ 459219 h 590664"/>
                <a:gd name="connsiteX10" fmla="*/ 647701 w 647703"/>
                <a:gd name="connsiteY10" fmla="*/ 426834 h 590664"/>
                <a:gd name="connsiteX11" fmla="*/ 647701 w 647703"/>
                <a:gd name="connsiteY11" fmla="*/ 33347 h 590664"/>
                <a:gd name="connsiteX12" fmla="*/ 615316 w 647703"/>
                <a:gd name="connsiteY12" fmla="*/ 0 h 590664"/>
                <a:gd name="connsiteX13" fmla="*/ 628651 w 647703"/>
                <a:gd name="connsiteY13" fmla="*/ 426834 h 590664"/>
                <a:gd name="connsiteX14" fmla="*/ 615316 w 647703"/>
                <a:gd name="connsiteY14" fmla="*/ 440169 h 590664"/>
                <a:gd name="connsiteX15" fmla="*/ 499111 w 647703"/>
                <a:gd name="connsiteY15" fmla="*/ 440169 h 590664"/>
                <a:gd name="connsiteX16" fmla="*/ 499111 w 647703"/>
                <a:gd name="connsiteY16" fmla="*/ 543992 h 590664"/>
                <a:gd name="connsiteX17" fmla="*/ 402261 w 647703"/>
                <a:gd name="connsiteY17" fmla="*/ 444960 h 590664"/>
                <a:gd name="connsiteX18" fmla="*/ 396651 w 647703"/>
                <a:gd name="connsiteY18" fmla="*/ 439245 h 590664"/>
                <a:gd name="connsiteX19" fmla="*/ 32386 w 647703"/>
                <a:gd name="connsiteY19" fmla="*/ 439245 h 590664"/>
                <a:gd name="connsiteX20" fmla="*/ 19051 w 647703"/>
                <a:gd name="connsiteY20" fmla="*/ 426489 h 590664"/>
                <a:gd name="connsiteX21" fmla="*/ 19051 w 647703"/>
                <a:gd name="connsiteY21" fmla="*/ 425910 h 590664"/>
                <a:gd name="connsiteX22" fmla="*/ 19051 w 647703"/>
                <a:gd name="connsiteY22" fmla="*/ 32395 h 590664"/>
                <a:gd name="connsiteX23" fmla="*/ 32386 w 647703"/>
                <a:gd name="connsiteY23" fmla="*/ 19060 h 590664"/>
                <a:gd name="connsiteX24" fmla="*/ 615316 w 647703"/>
                <a:gd name="connsiteY24" fmla="*/ 19060 h 590664"/>
                <a:gd name="connsiteX25" fmla="*/ 628651 w 647703"/>
                <a:gd name="connsiteY25" fmla="*/ 33347 h 5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7703" h="590664">
                  <a:moveTo>
                    <a:pt x="615316" y="0"/>
                  </a:moveTo>
                  <a:lnTo>
                    <a:pt x="32386" y="0"/>
                  </a:lnTo>
                  <a:cubicBezTo>
                    <a:pt x="14578" y="186"/>
                    <a:pt x="187" y="14577"/>
                    <a:pt x="1" y="32385"/>
                  </a:cubicBezTo>
                  <a:lnTo>
                    <a:pt x="1" y="425882"/>
                  </a:lnTo>
                  <a:cubicBezTo>
                    <a:pt x="-147" y="443619"/>
                    <a:pt x="14112" y="458119"/>
                    <a:pt x="31851" y="458267"/>
                  </a:cubicBezTo>
                  <a:cubicBezTo>
                    <a:pt x="32029" y="458268"/>
                    <a:pt x="32208" y="458268"/>
                    <a:pt x="32386" y="458267"/>
                  </a:cubicBezTo>
                  <a:lnTo>
                    <a:pt x="388621" y="458267"/>
                  </a:lnTo>
                  <a:lnTo>
                    <a:pt x="518161" y="590664"/>
                  </a:lnTo>
                  <a:lnTo>
                    <a:pt x="518161" y="459219"/>
                  </a:lnTo>
                  <a:lnTo>
                    <a:pt x="615316" y="459219"/>
                  </a:lnTo>
                  <a:cubicBezTo>
                    <a:pt x="633124" y="459034"/>
                    <a:pt x="647515" y="444642"/>
                    <a:pt x="647701" y="426834"/>
                  </a:cubicBezTo>
                  <a:lnTo>
                    <a:pt x="647701" y="33347"/>
                  </a:lnTo>
                  <a:cubicBezTo>
                    <a:pt x="647929" y="15210"/>
                    <a:pt x="633452" y="303"/>
                    <a:pt x="615316" y="0"/>
                  </a:cubicBezTo>
                  <a:close/>
                  <a:moveTo>
                    <a:pt x="628651" y="426834"/>
                  </a:moveTo>
                  <a:cubicBezTo>
                    <a:pt x="628461" y="434119"/>
                    <a:pt x="622601" y="439979"/>
                    <a:pt x="615316" y="440169"/>
                  </a:cubicBezTo>
                  <a:lnTo>
                    <a:pt x="499111" y="440169"/>
                  </a:lnTo>
                  <a:lnTo>
                    <a:pt x="499111" y="543992"/>
                  </a:lnTo>
                  <a:lnTo>
                    <a:pt x="402261" y="444960"/>
                  </a:lnTo>
                  <a:lnTo>
                    <a:pt x="396651" y="439245"/>
                  </a:lnTo>
                  <a:lnTo>
                    <a:pt x="32386" y="439245"/>
                  </a:lnTo>
                  <a:cubicBezTo>
                    <a:pt x="25181" y="439405"/>
                    <a:pt x="19211" y="433693"/>
                    <a:pt x="19051" y="426489"/>
                  </a:cubicBezTo>
                  <a:cubicBezTo>
                    <a:pt x="19047" y="426295"/>
                    <a:pt x="19047" y="426103"/>
                    <a:pt x="19051" y="425910"/>
                  </a:cubicBezTo>
                  <a:lnTo>
                    <a:pt x="19051" y="32395"/>
                  </a:lnTo>
                  <a:cubicBezTo>
                    <a:pt x="19242" y="25110"/>
                    <a:pt x="25101" y="19250"/>
                    <a:pt x="32386" y="19060"/>
                  </a:cubicBezTo>
                  <a:lnTo>
                    <a:pt x="615316" y="19060"/>
                  </a:lnTo>
                  <a:cubicBezTo>
                    <a:pt x="622934" y="19344"/>
                    <a:pt x="628892" y="25728"/>
                    <a:pt x="628651" y="33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92BE894-F163-BD48-5822-69B4248A9CC9}"/>
                </a:ext>
              </a:extLst>
            </p:cNvPr>
            <p:cNvSpPr/>
            <p:nvPr/>
          </p:nvSpPr>
          <p:spPr>
            <a:xfrm>
              <a:off x="6927043" y="1156091"/>
              <a:ext cx="21431" cy="200025"/>
            </a:xfrm>
            <a:custGeom>
              <a:avLst/>
              <a:gdLst>
                <a:gd name="connsiteX0" fmla="*/ 0 w 21431"/>
                <a:gd name="connsiteY0" fmla="*/ 0 h 200025"/>
                <a:gd name="connsiteX1" fmla="*/ 21431 w 21431"/>
                <a:gd name="connsiteY1" fmla="*/ 0 h 200025"/>
                <a:gd name="connsiteX2" fmla="*/ 21431 w 21431"/>
                <a:gd name="connsiteY2" fmla="*/ 200025 h 200025"/>
                <a:gd name="connsiteX3" fmla="*/ 0 w 21431"/>
                <a:gd name="connsiteY3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200025">
                  <a:moveTo>
                    <a:pt x="0" y="0"/>
                  </a:moveTo>
                  <a:lnTo>
                    <a:pt x="21431" y="0"/>
                  </a:lnTo>
                  <a:lnTo>
                    <a:pt x="21431" y="200025"/>
                  </a:lnTo>
                  <a:lnTo>
                    <a:pt x="0" y="200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27ACB6D-E92E-3619-0803-30686651B2B6}"/>
                </a:ext>
              </a:extLst>
            </p:cNvPr>
            <p:cNvSpPr/>
            <p:nvPr/>
          </p:nvSpPr>
          <p:spPr>
            <a:xfrm>
              <a:off x="6918700" y="138707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" name="Graphic 47" descr="Envelope outline">
            <a:extLst>
              <a:ext uri="{FF2B5EF4-FFF2-40B4-BE49-F238E27FC236}">
                <a16:creationId xmlns:a16="http://schemas.microsoft.com/office/drawing/2014/main" id="{A8111879-F979-906B-0568-29A1B924C499}"/>
              </a:ext>
            </a:extLst>
          </p:cNvPr>
          <p:cNvSpPr/>
          <p:nvPr/>
        </p:nvSpPr>
        <p:spPr>
          <a:xfrm>
            <a:off x="11046674" y="1391912"/>
            <a:ext cx="534213" cy="325767"/>
          </a:xfrm>
          <a:custGeom>
            <a:avLst/>
            <a:gdLst>
              <a:gd name="connsiteX0" fmla="*/ 0 w 723900"/>
              <a:gd name="connsiteY0" fmla="*/ 0 h 514350"/>
              <a:gd name="connsiteX1" fmla="*/ 0 w 723900"/>
              <a:gd name="connsiteY1" fmla="*/ 514350 h 514350"/>
              <a:gd name="connsiteX2" fmla="*/ 723900 w 723900"/>
              <a:gd name="connsiteY2" fmla="*/ 514350 h 514350"/>
              <a:gd name="connsiteX3" fmla="*/ 723900 w 723900"/>
              <a:gd name="connsiteY3" fmla="*/ 0 h 514350"/>
              <a:gd name="connsiteX4" fmla="*/ 382162 w 723900"/>
              <a:gd name="connsiteY4" fmla="*/ 328270 h 514350"/>
              <a:gd name="connsiteX5" fmla="*/ 341738 w 723900"/>
              <a:gd name="connsiteY5" fmla="*/ 328270 h 514350"/>
              <a:gd name="connsiteX6" fmla="*/ 32680 w 723900"/>
              <a:gd name="connsiteY6" fmla="*/ 19212 h 514350"/>
              <a:gd name="connsiteX7" fmla="*/ 32681 w 723900"/>
              <a:gd name="connsiteY7" fmla="*/ 19078 h 514350"/>
              <a:gd name="connsiteX8" fmla="*/ 32747 w 723900"/>
              <a:gd name="connsiteY8" fmla="*/ 19050 h 514350"/>
              <a:gd name="connsiteX9" fmla="*/ 691153 w 723900"/>
              <a:gd name="connsiteY9" fmla="*/ 19050 h 514350"/>
              <a:gd name="connsiteX10" fmla="*/ 691247 w 723900"/>
              <a:gd name="connsiteY10" fmla="*/ 19146 h 514350"/>
              <a:gd name="connsiteX11" fmla="*/ 691220 w 723900"/>
              <a:gd name="connsiteY11" fmla="*/ 19212 h 514350"/>
              <a:gd name="connsiteX12" fmla="*/ 243707 w 723900"/>
              <a:gd name="connsiteY12" fmla="*/ 257175 h 514350"/>
              <a:gd name="connsiteX13" fmla="*/ 19212 w 723900"/>
              <a:gd name="connsiteY13" fmla="*/ 481670 h 514350"/>
              <a:gd name="connsiteX14" fmla="*/ 19078 w 723900"/>
              <a:gd name="connsiteY14" fmla="*/ 481669 h 514350"/>
              <a:gd name="connsiteX15" fmla="*/ 19050 w 723900"/>
              <a:gd name="connsiteY15" fmla="*/ 481603 h 514350"/>
              <a:gd name="connsiteX16" fmla="*/ 19050 w 723900"/>
              <a:gd name="connsiteY16" fmla="*/ 32747 h 514350"/>
              <a:gd name="connsiteX17" fmla="*/ 19146 w 723900"/>
              <a:gd name="connsiteY17" fmla="*/ 32653 h 514350"/>
              <a:gd name="connsiteX18" fmla="*/ 19212 w 723900"/>
              <a:gd name="connsiteY18" fmla="*/ 32680 h 514350"/>
              <a:gd name="connsiteX19" fmla="*/ 257175 w 723900"/>
              <a:gd name="connsiteY19" fmla="*/ 270643 h 514350"/>
              <a:gd name="connsiteX20" fmla="*/ 328270 w 723900"/>
              <a:gd name="connsiteY20" fmla="*/ 341738 h 514350"/>
              <a:gd name="connsiteX21" fmla="*/ 395622 w 723900"/>
              <a:gd name="connsiteY21" fmla="*/ 341747 h 514350"/>
              <a:gd name="connsiteX22" fmla="*/ 395630 w 723900"/>
              <a:gd name="connsiteY22" fmla="*/ 341738 h 514350"/>
              <a:gd name="connsiteX23" fmla="*/ 466725 w 723900"/>
              <a:gd name="connsiteY23" fmla="*/ 270643 h 514350"/>
              <a:gd name="connsiteX24" fmla="*/ 691220 w 723900"/>
              <a:gd name="connsiteY24" fmla="*/ 495138 h 514350"/>
              <a:gd name="connsiteX25" fmla="*/ 691219 w 723900"/>
              <a:gd name="connsiteY25" fmla="*/ 495272 h 514350"/>
              <a:gd name="connsiteX26" fmla="*/ 691153 w 723900"/>
              <a:gd name="connsiteY26" fmla="*/ 495300 h 514350"/>
              <a:gd name="connsiteX27" fmla="*/ 32747 w 723900"/>
              <a:gd name="connsiteY27" fmla="*/ 495300 h 514350"/>
              <a:gd name="connsiteX28" fmla="*/ 32653 w 723900"/>
              <a:gd name="connsiteY28" fmla="*/ 495204 h 514350"/>
              <a:gd name="connsiteX29" fmla="*/ 32680 w 723900"/>
              <a:gd name="connsiteY29" fmla="*/ 495138 h 514350"/>
              <a:gd name="connsiteX30" fmla="*/ 480193 w 723900"/>
              <a:gd name="connsiteY30" fmla="*/ 257175 h 514350"/>
              <a:gd name="connsiteX31" fmla="*/ 704688 w 723900"/>
              <a:gd name="connsiteY31" fmla="*/ 32680 h 514350"/>
              <a:gd name="connsiteX32" fmla="*/ 704822 w 723900"/>
              <a:gd name="connsiteY32" fmla="*/ 32681 h 514350"/>
              <a:gd name="connsiteX33" fmla="*/ 704850 w 723900"/>
              <a:gd name="connsiteY33" fmla="*/ 32747 h 514350"/>
              <a:gd name="connsiteX34" fmla="*/ 704850 w 723900"/>
              <a:gd name="connsiteY34" fmla="*/ 481603 h 514350"/>
              <a:gd name="connsiteX35" fmla="*/ 704754 w 723900"/>
              <a:gd name="connsiteY35" fmla="*/ 481697 h 514350"/>
              <a:gd name="connsiteX36" fmla="*/ 704688 w 723900"/>
              <a:gd name="connsiteY36" fmla="*/ 48167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23900" h="514350">
                <a:moveTo>
                  <a:pt x="0" y="0"/>
                </a:moveTo>
                <a:lnTo>
                  <a:pt x="0" y="514350"/>
                </a:lnTo>
                <a:lnTo>
                  <a:pt x="723900" y="514350"/>
                </a:lnTo>
                <a:lnTo>
                  <a:pt x="723900" y="0"/>
                </a:lnTo>
                <a:close/>
                <a:moveTo>
                  <a:pt x="382162" y="328270"/>
                </a:moveTo>
                <a:cubicBezTo>
                  <a:pt x="370980" y="339385"/>
                  <a:pt x="352920" y="339385"/>
                  <a:pt x="341738" y="328270"/>
                </a:cubicBezTo>
                <a:lnTo>
                  <a:pt x="32680" y="19212"/>
                </a:lnTo>
                <a:cubicBezTo>
                  <a:pt x="32643" y="19175"/>
                  <a:pt x="32644" y="19114"/>
                  <a:pt x="32681" y="19078"/>
                </a:cubicBezTo>
                <a:cubicBezTo>
                  <a:pt x="32699" y="19060"/>
                  <a:pt x="32722" y="19050"/>
                  <a:pt x="32747" y="19050"/>
                </a:cubicBezTo>
                <a:lnTo>
                  <a:pt x="691153" y="19050"/>
                </a:lnTo>
                <a:cubicBezTo>
                  <a:pt x="691205" y="19051"/>
                  <a:pt x="691247" y="19094"/>
                  <a:pt x="691247" y="19146"/>
                </a:cubicBezTo>
                <a:cubicBezTo>
                  <a:pt x="691246" y="19171"/>
                  <a:pt x="691237" y="19195"/>
                  <a:pt x="691220" y="19212"/>
                </a:cubicBezTo>
                <a:close/>
                <a:moveTo>
                  <a:pt x="243707" y="257175"/>
                </a:moveTo>
                <a:lnTo>
                  <a:pt x="19212" y="481670"/>
                </a:lnTo>
                <a:cubicBezTo>
                  <a:pt x="19175" y="481707"/>
                  <a:pt x="19114" y="481706"/>
                  <a:pt x="19078" y="481669"/>
                </a:cubicBezTo>
                <a:cubicBezTo>
                  <a:pt x="19060" y="481651"/>
                  <a:pt x="19050" y="481628"/>
                  <a:pt x="19050" y="481603"/>
                </a:cubicBezTo>
                <a:lnTo>
                  <a:pt x="19050" y="32747"/>
                </a:lnTo>
                <a:cubicBezTo>
                  <a:pt x="19051" y="32695"/>
                  <a:pt x="19094" y="32653"/>
                  <a:pt x="19146" y="32653"/>
                </a:cubicBezTo>
                <a:cubicBezTo>
                  <a:pt x="19171" y="32654"/>
                  <a:pt x="19195" y="32663"/>
                  <a:pt x="19212" y="32680"/>
                </a:cubicBezTo>
                <a:close/>
                <a:moveTo>
                  <a:pt x="257175" y="270643"/>
                </a:moveTo>
                <a:lnTo>
                  <a:pt x="328270" y="341738"/>
                </a:lnTo>
                <a:cubicBezTo>
                  <a:pt x="346866" y="360339"/>
                  <a:pt x="377020" y="360343"/>
                  <a:pt x="395622" y="341747"/>
                </a:cubicBezTo>
                <a:cubicBezTo>
                  <a:pt x="395625" y="341744"/>
                  <a:pt x="395628" y="341741"/>
                  <a:pt x="395630" y="341738"/>
                </a:cubicBezTo>
                <a:lnTo>
                  <a:pt x="466725" y="270643"/>
                </a:lnTo>
                <a:lnTo>
                  <a:pt x="691220" y="495138"/>
                </a:lnTo>
                <a:cubicBezTo>
                  <a:pt x="691257" y="495175"/>
                  <a:pt x="691256" y="495236"/>
                  <a:pt x="691219" y="495272"/>
                </a:cubicBezTo>
                <a:cubicBezTo>
                  <a:pt x="691201" y="495290"/>
                  <a:pt x="691178" y="495300"/>
                  <a:pt x="691153" y="495300"/>
                </a:cubicBezTo>
                <a:lnTo>
                  <a:pt x="32747" y="495300"/>
                </a:lnTo>
                <a:cubicBezTo>
                  <a:pt x="32695" y="495299"/>
                  <a:pt x="32653" y="495256"/>
                  <a:pt x="32653" y="495204"/>
                </a:cubicBezTo>
                <a:cubicBezTo>
                  <a:pt x="32654" y="495179"/>
                  <a:pt x="32663" y="495155"/>
                  <a:pt x="32680" y="495138"/>
                </a:cubicBezTo>
                <a:close/>
                <a:moveTo>
                  <a:pt x="480193" y="257175"/>
                </a:moveTo>
                <a:lnTo>
                  <a:pt x="704688" y="32680"/>
                </a:lnTo>
                <a:cubicBezTo>
                  <a:pt x="704725" y="32643"/>
                  <a:pt x="704786" y="32644"/>
                  <a:pt x="704822" y="32681"/>
                </a:cubicBezTo>
                <a:cubicBezTo>
                  <a:pt x="704840" y="32699"/>
                  <a:pt x="704850" y="32722"/>
                  <a:pt x="704850" y="32747"/>
                </a:cubicBezTo>
                <a:lnTo>
                  <a:pt x="704850" y="481603"/>
                </a:lnTo>
                <a:cubicBezTo>
                  <a:pt x="704849" y="481655"/>
                  <a:pt x="704806" y="481697"/>
                  <a:pt x="704754" y="481697"/>
                </a:cubicBezTo>
                <a:cubicBezTo>
                  <a:pt x="704729" y="481696"/>
                  <a:pt x="704705" y="481687"/>
                  <a:pt x="704688" y="48167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55" descr="Bar graph with downward trend outline">
            <a:extLst>
              <a:ext uri="{FF2B5EF4-FFF2-40B4-BE49-F238E27FC236}">
                <a16:creationId xmlns:a16="http://schemas.microsoft.com/office/drawing/2014/main" id="{2247128C-C3D9-5539-03E9-2DFC2E018C7E}"/>
              </a:ext>
            </a:extLst>
          </p:cNvPr>
          <p:cNvGrpSpPr/>
          <p:nvPr/>
        </p:nvGrpSpPr>
        <p:grpSpPr>
          <a:xfrm>
            <a:off x="9267385" y="1270534"/>
            <a:ext cx="504490" cy="511769"/>
            <a:chOff x="6904375" y="1341791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77D1194-A6C5-D474-4293-E5D166E1B943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70EE200-64BC-0B3F-56AF-37407E84A957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5A4FA4D-285C-EC3E-0A47-0BABDACAD421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C2FB419-BB7D-72DB-CE18-A290EFC96DE2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8606300-AD7D-6AE9-334C-9F57CA8FD991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3" name="Graphic 45" descr="Chat bubble outline">
            <a:extLst>
              <a:ext uri="{FF2B5EF4-FFF2-40B4-BE49-F238E27FC236}">
                <a16:creationId xmlns:a16="http://schemas.microsoft.com/office/drawing/2014/main" id="{9904CD38-CAE3-4E96-5087-F76E46C1A6F1}"/>
              </a:ext>
            </a:extLst>
          </p:cNvPr>
          <p:cNvGrpSpPr/>
          <p:nvPr/>
        </p:nvGrpSpPr>
        <p:grpSpPr>
          <a:xfrm>
            <a:off x="9357141" y="4193996"/>
            <a:ext cx="616327" cy="426845"/>
            <a:chOff x="6163900" y="610841"/>
            <a:chExt cx="647700" cy="590550"/>
          </a:xfrm>
          <a:solidFill>
            <a:schemeClr val="bg1">
              <a:lumMod val="7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DC7BF05-4869-501E-4326-965D5B3FFF51}"/>
                </a:ext>
              </a:extLst>
            </p:cNvPr>
            <p:cNvSpPr/>
            <p:nvPr/>
          </p:nvSpPr>
          <p:spPr>
            <a:xfrm>
              <a:off x="6163900" y="610841"/>
              <a:ext cx="647700" cy="590550"/>
            </a:xfrm>
            <a:custGeom>
              <a:avLst/>
              <a:gdLst>
                <a:gd name="connsiteX0" fmla="*/ 609600 w 647700"/>
                <a:gd name="connsiteY0" fmla="*/ 19050 h 590550"/>
                <a:gd name="connsiteX1" fmla="*/ 628650 w 647700"/>
                <a:gd name="connsiteY1" fmla="*/ 38100 h 590550"/>
                <a:gd name="connsiteX2" fmla="*/ 628650 w 647700"/>
                <a:gd name="connsiteY2" fmla="*/ 419100 h 590550"/>
                <a:gd name="connsiteX3" fmla="*/ 609600 w 647700"/>
                <a:gd name="connsiteY3" fmla="*/ 438150 h 590550"/>
                <a:gd name="connsiteX4" fmla="*/ 495300 w 647700"/>
                <a:gd name="connsiteY4" fmla="*/ 438150 h 590550"/>
                <a:gd name="connsiteX5" fmla="*/ 495300 w 647700"/>
                <a:gd name="connsiteY5" fmla="*/ 544563 h 590550"/>
                <a:gd name="connsiteX6" fmla="*/ 399231 w 647700"/>
                <a:gd name="connsiteY6" fmla="*/ 448494 h 590550"/>
                <a:gd name="connsiteX7" fmla="*/ 393649 w 647700"/>
                <a:gd name="connsiteY7" fmla="*/ 442913 h 590550"/>
                <a:gd name="connsiteX8" fmla="*/ 38100 w 647700"/>
                <a:gd name="connsiteY8" fmla="*/ 442913 h 590550"/>
                <a:gd name="connsiteX9" fmla="*/ 19050 w 647700"/>
                <a:gd name="connsiteY9" fmla="*/ 423863 h 590550"/>
                <a:gd name="connsiteX10" fmla="*/ 19050 w 647700"/>
                <a:gd name="connsiteY10" fmla="*/ 38100 h 590550"/>
                <a:gd name="connsiteX11" fmla="*/ 38100 w 647700"/>
                <a:gd name="connsiteY11" fmla="*/ 19050 h 590550"/>
                <a:gd name="connsiteX12" fmla="*/ 609600 w 647700"/>
                <a:gd name="connsiteY12" fmla="*/ 19050 h 590550"/>
                <a:gd name="connsiteX13" fmla="*/ 609600 w 647700"/>
                <a:gd name="connsiteY13" fmla="*/ 0 h 590550"/>
                <a:gd name="connsiteX14" fmla="*/ 38100 w 647700"/>
                <a:gd name="connsiteY14" fmla="*/ 0 h 590550"/>
                <a:gd name="connsiteX15" fmla="*/ 0 w 647700"/>
                <a:gd name="connsiteY15" fmla="*/ 38100 h 590550"/>
                <a:gd name="connsiteX16" fmla="*/ 0 w 647700"/>
                <a:gd name="connsiteY16" fmla="*/ 423863 h 590550"/>
                <a:gd name="connsiteX17" fmla="*/ 38100 w 647700"/>
                <a:gd name="connsiteY17" fmla="*/ 461963 h 590550"/>
                <a:gd name="connsiteX18" fmla="*/ 385763 w 647700"/>
                <a:gd name="connsiteY18" fmla="*/ 461963 h 590550"/>
                <a:gd name="connsiteX19" fmla="*/ 514350 w 647700"/>
                <a:gd name="connsiteY19" fmla="*/ 590550 h 590550"/>
                <a:gd name="connsiteX20" fmla="*/ 514350 w 647700"/>
                <a:gd name="connsiteY20" fmla="*/ 457200 h 590550"/>
                <a:gd name="connsiteX21" fmla="*/ 609600 w 647700"/>
                <a:gd name="connsiteY21" fmla="*/ 457200 h 590550"/>
                <a:gd name="connsiteX22" fmla="*/ 647700 w 647700"/>
                <a:gd name="connsiteY22" fmla="*/ 419100 h 590550"/>
                <a:gd name="connsiteX23" fmla="*/ 647700 w 647700"/>
                <a:gd name="connsiteY23" fmla="*/ 38100 h 590550"/>
                <a:gd name="connsiteX24" fmla="*/ 609600 w 647700"/>
                <a:gd name="connsiteY2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7700" h="590550">
                  <a:moveTo>
                    <a:pt x="609600" y="19050"/>
                  </a:moveTo>
                  <a:cubicBezTo>
                    <a:pt x="620121" y="19050"/>
                    <a:pt x="628650" y="27579"/>
                    <a:pt x="628650" y="38100"/>
                  </a:cubicBezTo>
                  <a:lnTo>
                    <a:pt x="628650" y="419100"/>
                  </a:lnTo>
                  <a:cubicBezTo>
                    <a:pt x="628650" y="429621"/>
                    <a:pt x="620121" y="438150"/>
                    <a:pt x="609600" y="438150"/>
                  </a:cubicBezTo>
                  <a:lnTo>
                    <a:pt x="495300" y="438150"/>
                  </a:lnTo>
                  <a:lnTo>
                    <a:pt x="495300" y="544563"/>
                  </a:lnTo>
                  <a:lnTo>
                    <a:pt x="399231" y="448494"/>
                  </a:lnTo>
                  <a:lnTo>
                    <a:pt x="393649" y="442913"/>
                  </a:lnTo>
                  <a:lnTo>
                    <a:pt x="38100" y="442913"/>
                  </a:lnTo>
                  <a:cubicBezTo>
                    <a:pt x="27579" y="442913"/>
                    <a:pt x="19050" y="434384"/>
                    <a:pt x="19050" y="423863"/>
                  </a:cubicBezTo>
                  <a:lnTo>
                    <a:pt x="19050" y="38100"/>
                  </a:lnTo>
                  <a:cubicBezTo>
                    <a:pt x="19050" y="27579"/>
                    <a:pt x="27579" y="19050"/>
                    <a:pt x="38100" y="19050"/>
                  </a:cubicBezTo>
                  <a:lnTo>
                    <a:pt x="609600" y="19050"/>
                  </a:lnTo>
                  <a:moveTo>
                    <a:pt x="609600" y="0"/>
                  </a:moveTo>
                  <a:lnTo>
                    <a:pt x="38100" y="0"/>
                  </a:lnTo>
                  <a:cubicBezTo>
                    <a:pt x="17058" y="0"/>
                    <a:pt x="0" y="17058"/>
                    <a:pt x="0" y="38100"/>
                  </a:cubicBezTo>
                  <a:lnTo>
                    <a:pt x="0" y="423863"/>
                  </a:lnTo>
                  <a:cubicBezTo>
                    <a:pt x="0" y="444904"/>
                    <a:pt x="17058" y="461963"/>
                    <a:pt x="38100" y="461963"/>
                  </a:cubicBezTo>
                  <a:lnTo>
                    <a:pt x="385763" y="461963"/>
                  </a:lnTo>
                  <a:lnTo>
                    <a:pt x="514350" y="590550"/>
                  </a:lnTo>
                  <a:lnTo>
                    <a:pt x="514350" y="457200"/>
                  </a:lnTo>
                  <a:lnTo>
                    <a:pt x="609600" y="457200"/>
                  </a:lnTo>
                  <a:cubicBezTo>
                    <a:pt x="630642" y="457200"/>
                    <a:pt x="647700" y="440142"/>
                    <a:pt x="647700" y="419100"/>
                  </a:cubicBezTo>
                  <a:lnTo>
                    <a:pt x="647700" y="38100"/>
                  </a:lnTo>
                  <a:cubicBezTo>
                    <a:pt x="647700" y="17058"/>
                    <a:pt x="630642" y="0"/>
                    <a:pt x="60960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FBA5E8D-FBD4-B6DF-999A-6B6EB8CE81AD}"/>
                </a:ext>
              </a:extLst>
            </p:cNvPr>
            <p:cNvSpPr/>
            <p:nvPr/>
          </p:nvSpPr>
          <p:spPr>
            <a:xfrm>
              <a:off x="66115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E5E7245-C3A2-500A-92B4-F294A4A4A99E}"/>
                </a:ext>
              </a:extLst>
            </p:cNvPr>
            <p:cNvSpPr/>
            <p:nvPr/>
          </p:nvSpPr>
          <p:spPr>
            <a:xfrm>
              <a:off x="64591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6D1353B-04A4-890A-F5B0-35F9B7ED06E6}"/>
                </a:ext>
              </a:extLst>
            </p:cNvPr>
            <p:cNvSpPr/>
            <p:nvPr/>
          </p:nvSpPr>
          <p:spPr>
            <a:xfrm>
              <a:off x="63067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aphic 53" descr="Alarm clock outline">
            <a:extLst>
              <a:ext uri="{FF2B5EF4-FFF2-40B4-BE49-F238E27FC236}">
                <a16:creationId xmlns:a16="http://schemas.microsoft.com/office/drawing/2014/main" id="{B63D78F6-DCD3-7BA5-E8F4-E298BB15A0AB}"/>
              </a:ext>
            </a:extLst>
          </p:cNvPr>
          <p:cNvGrpSpPr/>
          <p:nvPr/>
        </p:nvGrpSpPr>
        <p:grpSpPr>
          <a:xfrm>
            <a:off x="10210409" y="5041480"/>
            <a:ext cx="557815" cy="538628"/>
            <a:chOff x="6768549" y="1187275"/>
            <a:chExt cx="638162" cy="638436"/>
          </a:xfrm>
          <a:solidFill>
            <a:schemeClr val="bg1">
              <a:lumMod val="75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F30B4D9-B146-06A4-4019-632FDAE252E4}"/>
                </a:ext>
              </a:extLst>
            </p:cNvPr>
            <p:cNvSpPr/>
            <p:nvPr/>
          </p:nvSpPr>
          <p:spPr>
            <a:xfrm>
              <a:off x="6925710" y="1377776"/>
              <a:ext cx="171173" cy="171450"/>
            </a:xfrm>
            <a:custGeom>
              <a:avLst/>
              <a:gdLst>
                <a:gd name="connsiteX0" fmla="*/ 161649 w 171173"/>
                <a:gd name="connsiteY0" fmla="*/ 0 h 171450"/>
                <a:gd name="connsiteX1" fmla="*/ 152124 w 171173"/>
                <a:gd name="connsiteY1" fmla="*/ 9525 h 171450"/>
                <a:gd name="connsiteX2" fmla="*/ 152124 w 171173"/>
                <a:gd name="connsiteY2" fmla="*/ 152400 h 171450"/>
                <a:gd name="connsiteX3" fmla="*/ 9525 w 171173"/>
                <a:gd name="connsiteY3" fmla="*/ 152400 h 171450"/>
                <a:gd name="connsiteX4" fmla="*/ 0 w 171173"/>
                <a:gd name="connsiteY4" fmla="*/ 161925 h 171450"/>
                <a:gd name="connsiteX5" fmla="*/ 9525 w 171173"/>
                <a:gd name="connsiteY5" fmla="*/ 171450 h 171450"/>
                <a:gd name="connsiteX6" fmla="*/ 161649 w 171173"/>
                <a:gd name="connsiteY6" fmla="*/ 171450 h 171450"/>
                <a:gd name="connsiteX7" fmla="*/ 171174 w 171173"/>
                <a:gd name="connsiteY7" fmla="*/ 161925 h 171450"/>
                <a:gd name="connsiteX8" fmla="*/ 171174 w 171173"/>
                <a:gd name="connsiteY8" fmla="*/ 9525 h 171450"/>
                <a:gd name="connsiteX9" fmla="*/ 161649 w 171173"/>
                <a:gd name="connsiteY9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73" h="171450">
                  <a:moveTo>
                    <a:pt x="161649" y="0"/>
                  </a:moveTo>
                  <a:cubicBezTo>
                    <a:pt x="156388" y="0"/>
                    <a:pt x="152124" y="4264"/>
                    <a:pt x="152124" y="9525"/>
                  </a:cubicBezTo>
                  <a:lnTo>
                    <a:pt x="152124" y="152400"/>
                  </a:lnTo>
                  <a:lnTo>
                    <a:pt x="9525" y="152400"/>
                  </a:lnTo>
                  <a:cubicBezTo>
                    <a:pt x="4264" y="152400"/>
                    <a:pt x="0" y="156664"/>
                    <a:pt x="0" y="161925"/>
                  </a:cubicBezTo>
                  <a:cubicBezTo>
                    <a:pt x="0" y="167186"/>
                    <a:pt x="4264" y="171450"/>
                    <a:pt x="9525" y="171450"/>
                  </a:cubicBezTo>
                  <a:lnTo>
                    <a:pt x="161649" y="171450"/>
                  </a:lnTo>
                  <a:cubicBezTo>
                    <a:pt x="166909" y="171450"/>
                    <a:pt x="171174" y="167186"/>
                    <a:pt x="171174" y="161925"/>
                  </a:cubicBezTo>
                  <a:lnTo>
                    <a:pt x="171174" y="9525"/>
                  </a:lnTo>
                  <a:cubicBezTo>
                    <a:pt x="171174" y="4264"/>
                    <a:pt x="166909" y="0"/>
                    <a:pt x="16164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6B94E84-24C8-DF7F-7C2A-966A6810C7F6}"/>
                </a:ext>
              </a:extLst>
            </p:cNvPr>
            <p:cNvSpPr/>
            <p:nvPr/>
          </p:nvSpPr>
          <p:spPr>
            <a:xfrm>
              <a:off x="6768549" y="1187275"/>
              <a:ext cx="194423" cy="194434"/>
            </a:xfrm>
            <a:custGeom>
              <a:avLst/>
              <a:gdLst>
                <a:gd name="connsiteX0" fmla="*/ 144893 w 194423"/>
                <a:gd name="connsiteY0" fmla="*/ 11555 h 194434"/>
                <a:gd name="connsiteX1" fmla="*/ 91642 w 194423"/>
                <a:gd name="connsiteY1" fmla="*/ 10517 h 194434"/>
                <a:gd name="connsiteX2" fmla="*/ 91553 w 194423"/>
                <a:gd name="connsiteY2" fmla="*/ 10602 h 194434"/>
                <a:gd name="connsiteX3" fmla="*/ 90601 w 194423"/>
                <a:gd name="connsiteY3" fmla="*/ 11555 h 194434"/>
                <a:gd name="connsiteX4" fmla="*/ 11543 w 194423"/>
                <a:gd name="connsiteY4" fmla="*/ 90612 h 194434"/>
                <a:gd name="connsiteX5" fmla="*/ 10545 w 194423"/>
                <a:gd name="connsiteY5" fmla="*/ 143906 h 194434"/>
                <a:gd name="connsiteX6" fmla="*/ 10591 w 194423"/>
                <a:gd name="connsiteY6" fmla="*/ 143952 h 194434"/>
                <a:gd name="connsiteX7" fmla="*/ 11543 w 194423"/>
                <a:gd name="connsiteY7" fmla="*/ 144905 h 194434"/>
                <a:gd name="connsiteX8" fmla="*/ 61073 w 194423"/>
                <a:gd name="connsiteY8" fmla="*/ 194435 h 194434"/>
                <a:gd name="connsiteX9" fmla="*/ 194423 w 194423"/>
                <a:gd name="connsiteY9" fmla="*/ 61085 h 194434"/>
                <a:gd name="connsiteX10" fmla="*/ 25021 w 194423"/>
                <a:gd name="connsiteY10" fmla="*/ 131474 h 194434"/>
                <a:gd name="connsiteX11" fmla="*/ 24069 w 194423"/>
                <a:gd name="connsiteY11" fmla="*/ 130522 h 194434"/>
                <a:gd name="connsiteX12" fmla="*/ 24583 w 194423"/>
                <a:gd name="connsiteY12" fmla="*/ 104528 h 194434"/>
                <a:gd name="connsiteX13" fmla="*/ 25021 w 194423"/>
                <a:gd name="connsiteY13" fmla="*/ 104100 h 194434"/>
                <a:gd name="connsiteX14" fmla="*/ 104079 w 194423"/>
                <a:gd name="connsiteY14" fmla="*/ 25042 h 194434"/>
                <a:gd name="connsiteX15" fmla="*/ 105031 w 194423"/>
                <a:gd name="connsiteY15" fmla="*/ 24090 h 194434"/>
                <a:gd name="connsiteX16" fmla="*/ 130996 w 194423"/>
                <a:gd name="connsiteY16" fmla="*/ 24604 h 194434"/>
                <a:gd name="connsiteX17" fmla="*/ 131425 w 194423"/>
                <a:gd name="connsiteY17" fmla="*/ 25042 h 194434"/>
                <a:gd name="connsiteX18" fmla="*/ 167496 w 194423"/>
                <a:gd name="connsiteY18" fmla="*/ 61113 h 194434"/>
                <a:gd name="connsiteX19" fmla="*/ 61073 w 194423"/>
                <a:gd name="connsiteY19" fmla="*/ 167546 h 19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23" h="194434">
                  <a:moveTo>
                    <a:pt x="144893" y="11555"/>
                  </a:moveTo>
                  <a:cubicBezTo>
                    <a:pt x="130474" y="-3437"/>
                    <a:pt x="106633" y="-3902"/>
                    <a:pt x="91642" y="10517"/>
                  </a:cubicBezTo>
                  <a:cubicBezTo>
                    <a:pt x="91612" y="10545"/>
                    <a:pt x="91583" y="10574"/>
                    <a:pt x="91553" y="10602"/>
                  </a:cubicBezTo>
                  <a:lnTo>
                    <a:pt x="90601" y="11555"/>
                  </a:lnTo>
                  <a:lnTo>
                    <a:pt x="11543" y="90612"/>
                  </a:lnTo>
                  <a:cubicBezTo>
                    <a:pt x="-3449" y="105053"/>
                    <a:pt x="-3896" y="128913"/>
                    <a:pt x="10545" y="143906"/>
                  </a:cubicBezTo>
                  <a:cubicBezTo>
                    <a:pt x="10560" y="143921"/>
                    <a:pt x="10575" y="143937"/>
                    <a:pt x="10591" y="143952"/>
                  </a:cubicBezTo>
                  <a:lnTo>
                    <a:pt x="11543" y="144905"/>
                  </a:lnTo>
                  <a:lnTo>
                    <a:pt x="61073" y="194435"/>
                  </a:lnTo>
                  <a:lnTo>
                    <a:pt x="194423" y="61085"/>
                  </a:lnTo>
                  <a:close/>
                  <a:moveTo>
                    <a:pt x="25021" y="131474"/>
                  </a:moveTo>
                  <a:lnTo>
                    <a:pt x="24069" y="130522"/>
                  </a:lnTo>
                  <a:cubicBezTo>
                    <a:pt x="17177" y="123146"/>
                    <a:pt x="17405" y="111626"/>
                    <a:pt x="24583" y="104528"/>
                  </a:cubicBezTo>
                  <a:cubicBezTo>
                    <a:pt x="24735" y="104385"/>
                    <a:pt x="24878" y="104252"/>
                    <a:pt x="25021" y="104100"/>
                  </a:cubicBezTo>
                  <a:lnTo>
                    <a:pt x="104079" y="25042"/>
                  </a:lnTo>
                  <a:lnTo>
                    <a:pt x="105031" y="24090"/>
                  </a:lnTo>
                  <a:cubicBezTo>
                    <a:pt x="112398" y="17202"/>
                    <a:pt x="123909" y="17430"/>
                    <a:pt x="130996" y="24604"/>
                  </a:cubicBezTo>
                  <a:lnTo>
                    <a:pt x="131425" y="25042"/>
                  </a:lnTo>
                  <a:lnTo>
                    <a:pt x="167496" y="61113"/>
                  </a:lnTo>
                  <a:lnTo>
                    <a:pt x="61073" y="167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849BB6C-A28E-8B58-D17E-AF0658E501D8}"/>
                </a:ext>
              </a:extLst>
            </p:cNvPr>
            <p:cNvSpPr/>
            <p:nvPr/>
          </p:nvSpPr>
          <p:spPr>
            <a:xfrm>
              <a:off x="7212289" y="1187298"/>
              <a:ext cx="194422" cy="194431"/>
            </a:xfrm>
            <a:custGeom>
              <a:avLst/>
              <a:gdLst>
                <a:gd name="connsiteX0" fmla="*/ 182880 w 194422"/>
                <a:gd name="connsiteY0" fmla="*/ 90609 h 194431"/>
                <a:gd name="connsiteX1" fmla="*/ 103822 w 194422"/>
                <a:gd name="connsiteY1" fmla="*/ 11551 h 194431"/>
                <a:gd name="connsiteX2" fmla="*/ 102870 w 194422"/>
                <a:gd name="connsiteY2" fmla="*/ 10599 h 194431"/>
                <a:gd name="connsiteX3" fmla="*/ 49601 w 194422"/>
                <a:gd name="connsiteY3" fmla="*/ 11477 h 194431"/>
                <a:gd name="connsiteX4" fmla="*/ 49530 w 194422"/>
                <a:gd name="connsiteY4" fmla="*/ 11551 h 194431"/>
                <a:gd name="connsiteX5" fmla="*/ 0 w 194422"/>
                <a:gd name="connsiteY5" fmla="*/ 61081 h 194431"/>
                <a:gd name="connsiteX6" fmla="*/ 133350 w 194422"/>
                <a:gd name="connsiteY6" fmla="*/ 194431 h 194431"/>
                <a:gd name="connsiteX7" fmla="*/ 182880 w 194422"/>
                <a:gd name="connsiteY7" fmla="*/ 144901 h 194431"/>
                <a:gd name="connsiteX8" fmla="*/ 183833 w 194422"/>
                <a:gd name="connsiteY8" fmla="*/ 143949 h 194431"/>
                <a:gd name="connsiteX9" fmla="*/ 182927 w 194422"/>
                <a:gd name="connsiteY9" fmla="*/ 90654 h 194431"/>
                <a:gd name="connsiteX10" fmla="*/ 182880 w 194422"/>
                <a:gd name="connsiteY10" fmla="*/ 90609 h 194431"/>
                <a:gd name="connsiteX11" fmla="*/ 170364 w 194422"/>
                <a:gd name="connsiteY11" fmla="*/ 130499 h 194431"/>
                <a:gd name="connsiteX12" fmla="*/ 169412 w 194422"/>
                <a:gd name="connsiteY12" fmla="*/ 131452 h 194431"/>
                <a:gd name="connsiteX13" fmla="*/ 133350 w 194422"/>
                <a:gd name="connsiteY13" fmla="*/ 167523 h 194431"/>
                <a:gd name="connsiteX14" fmla="*/ 26908 w 194422"/>
                <a:gd name="connsiteY14" fmla="*/ 61071 h 194431"/>
                <a:gd name="connsiteX15" fmla="*/ 62979 w 194422"/>
                <a:gd name="connsiteY15" fmla="*/ 25000 h 194431"/>
                <a:gd name="connsiteX16" fmla="*/ 63408 w 194422"/>
                <a:gd name="connsiteY16" fmla="*/ 24562 h 194431"/>
                <a:gd name="connsiteX17" fmla="*/ 89373 w 194422"/>
                <a:gd name="connsiteY17" fmla="*/ 24048 h 194431"/>
                <a:gd name="connsiteX18" fmla="*/ 90326 w 194422"/>
                <a:gd name="connsiteY18" fmla="*/ 25000 h 194431"/>
                <a:gd name="connsiteX19" fmla="*/ 169383 w 194422"/>
                <a:gd name="connsiteY19" fmla="*/ 104058 h 194431"/>
                <a:gd name="connsiteX20" fmla="*/ 169821 w 194422"/>
                <a:gd name="connsiteY20" fmla="*/ 104486 h 194431"/>
                <a:gd name="connsiteX21" fmla="*/ 170336 w 194422"/>
                <a:gd name="connsiteY21" fmla="*/ 130480 h 19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4422" h="194431">
                  <a:moveTo>
                    <a:pt x="182880" y="90609"/>
                  </a:moveTo>
                  <a:lnTo>
                    <a:pt x="103822" y="11551"/>
                  </a:lnTo>
                  <a:lnTo>
                    <a:pt x="102870" y="10599"/>
                  </a:lnTo>
                  <a:cubicBezTo>
                    <a:pt x="87918" y="-3869"/>
                    <a:pt x="64069" y="-3476"/>
                    <a:pt x="49601" y="11477"/>
                  </a:cubicBezTo>
                  <a:cubicBezTo>
                    <a:pt x="49578" y="11501"/>
                    <a:pt x="49554" y="11526"/>
                    <a:pt x="49530" y="11551"/>
                  </a:cubicBezTo>
                  <a:lnTo>
                    <a:pt x="0" y="61081"/>
                  </a:lnTo>
                  <a:lnTo>
                    <a:pt x="133350" y="194431"/>
                  </a:lnTo>
                  <a:lnTo>
                    <a:pt x="182880" y="144901"/>
                  </a:lnTo>
                  <a:lnTo>
                    <a:pt x="183833" y="143949"/>
                  </a:lnTo>
                  <a:cubicBezTo>
                    <a:pt x="198299" y="128982"/>
                    <a:pt x="197894" y="105121"/>
                    <a:pt x="182927" y="90654"/>
                  </a:cubicBezTo>
                  <a:cubicBezTo>
                    <a:pt x="182911" y="90639"/>
                    <a:pt x="182895" y="90624"/>
                    <a:pt x="182880" y="90609"/>
                  </a:cubicBezTo>
                  <a:close/>
                  <a:moveTo>
                    <a:pt x="170364" y="130499"/>
                  </a:moveTo>
                  <a:lnTo>
                    <a:pt x="169412" y="131452"/>
                  </a:lnTo>
                  <a:lnTo>
                    <a:pt x="133350" y="167523"/>
                  </a:lnTo>
                  <a:lnTo>
                    <a:pt x="26908" y="61071"/>
                  </a:lnTo>
                  <a:lnTo>
                    <a:pt x="62979" y="25000"/>
                  </a:lnTo>
                  <a:lnTo>
                    <a:pt x="63408" y="24562"/>
                  </a:lnTo>
                  <a:cubicBezTo>
                    <a:pt x="70495" y="17388"/>
                    <a:pt x="82006" y="17160"/>
                    <a:pt x="89373" y="24048"/>
                  </a:cubicBezTo>
                  <a:lnTo>
                    <a:pt x="90326" y="25000"/>
                  </a:lnTo>
                  <a:lnTo>
                    <a:pt x="169383" y="104058"/>
                  </a:lnTo>
                  <a:cubicBezTo>
                    <a:pt x="169526" y="104210"/>
                    <a:pt x="169669" y="104344"/>
                    <a:pt x="169821" y="104486"/>
                  </a:cubicBezTo>
                  <a:cubicBezTo>
                    <a:pt x="176999" y="111584"/>
                    <a:pt x="177227" y="123104"/>
                    <a:pt x="170336" y="1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8AC4607-C794-EFE9-97F3-88DB59CB19FE}"/>
                </a:ext>
              </a:extLst>
            </p:cNvPr>
            <p:cNvSpPr/>
            <p:nvPr/>
          </p:nvSpPr>
          <p:spPr>
            <a:xfrm>
              <a:off x="6839964" y="1215851"/>
              <a:ext cx="495321" cy="609860"/>
            </a:xfrm>
            <a:custGeom>
              <a:avLst/>
              <a:gdLst>
                <a:gd name="connsiteX0" fmla="*/ 257196 w 495321"/>
                <a:gd name="connsiteY0" fmla="*/ 76438 h 609860"/>
                <a:gd name="connsiteX1" fmla="*/ 257196 w 495321"/>
                <a:gd name="connsiteY1" fmla="*/ 19050 h 609860"/>
                <a:gd name="connsiteX2" fmla="*/ 304821 w 495321"/>
                <a:gd name="connsiteY2" fmla="*/ 19050 h 609860"/>
                <a:gd name="connsiteX3" fmla="*/ 314346 w 495321"/>
                <a:gd name="connsiteY3" fmla="*/ 9525 h 609860"/>
                <a:gd name="connsiteX4" fmla="*/ 304821 w 495321"/>
                <a:gd name="connsiteY4" fmla="*/ 0 h 609860"/>
                <a:gd name="connsiteX5" fmla="*/ 190521 w 495321"/>
                <a:gd name="connsiteY5" fmla="*/ 0 h 609860"/>
                <a:gd name="connsiteX6" fmla="*/ 180996 w 495321"/>
                <a:gd name="connsiteY6" fmla="*/ 9525 h 609860"/>
                <a:gd name="connsiteX7" fmla="*/ 190521 w 495321"/>
                <a:gd name="connsiteY7" fmla="*/ 19050 h 609860"/>
                <a:gd name="connsiteX8" fmla="*/ 238146 w 495321"/>
                <a:gd name="connsiteY8" fmla="*/ 19050 h 609860"/>
                <a:gd name="connsiteX9" fmla="*/ 238146 w 495321"/>
                <a:gd name="connsiteY9" fmla="*/ 76438 h 609860"/>
                <a:gd name="connsiteX10" fmla="*/ 182 w 495321"/>
                <a:gd name="connsiteY10" fmla="*/ 333207 h 609860"/>
                <a:gd name="connsiteX11" fmla="*/ 66810 w 495321"/>
                <a:gd name="connsiteY11" fmla="*/ 492957 h 609860"/>
                <a:gd name="connsiteX12" fmla="*/ 19928 w 495321"/>
                <a:gd name="connsiteY12" fmla="*/ 596132 h 609860"/>
                <a:gd name="connsiteX13" fmla="*/ 24276 w 495321"/>
                <a:gd name="connsiteY13" fmla="*/ 608881 h 609860"/>
                <a:gd name="connsiteX14" fmla="*/ 37025 w 495321"/>
                <a:gd name="connsiteY14" fmla="*/ 604535 h 609860"/>
                <a:gd name="connsiteX15" fmla="*/ 37264 w 495321"/>
                <a:gd name="connsiteY15" fmla="*/ 604009 h 609860"/>
                <a:gd name="connsiteX16" fmla="*/ 81250 w 495321"/>
                <a:gd name="connsiteY16" fmla="*/ 507244 h 609860"/>
                <a:gd name="connsiteX17" fmla="*/ 414092 w 495321"/>
                <a:gd name="connsiteY17" fmla="*/ 507244 h 609860"/>
                <a:gd name="connsiteX18" fmla="*/ 458078 w 495321"/>
                <a:gd name="connsiteY18" fmla="*/ 604009 h 609860"/>
                <a:gd name="connsiteX19" fmla="*/ 470542 w 495321"/>
                <a:gd name="connsiteY19" fmla="*/ 609120 h 609860"/>
                <a:gd name="connsiteX20" fmla="*/ 475653 w 495321"/>
                <a:gd name="connsiteY20" fmla="*/ 596657 h 609860"/>
                <a:gd name="connsiteX21" fmla="*/ 475414 w 495321"/>
                <a:gd name="connsiteY21" fmla="*/ 596132 h 609860"/>
                <a:gd name="connsiteX22" fmla="*/ 428513 w 495321"/>
                <a:gd name="connsiteY22" fmla="*/ 492957 h 609860"/>
                <a:gd name="connsiteX23" fmla="*/ 416928 w 495321"/>
                <a:gd name="connsiteY23" fmla="*/ 143066 h 609860"/>
                <a:gd name="connsiteX24" fmla="*/ 257196 w 495321"/>
                <a:gd name="connsiteY24" fmla="*/ 76438 h 609860"/>
                <a:gd name="connsiteX25" fmla="*/ 247671 w 495321"/>
                <a:gd name="connsiteY25" fmla="*/ 552450 h 609860"/>
                <a:gd name="connsiteX26" fmla="*/ 19071 w 495321"/>
                <a:gd name="connsiteY26" fmla="*/ 323850 h 609860"/>
                <a:gd name="connsiteX27" fmla="*/ 247671 w 495321"/>
                <a:gd name="connsiteY27" fmla="*/ 95250 h 609860"/>
                <a:gd name="connsiteX28" fmla="*/ 476271 w 495321"/>
                <a:gd name="connsiteY28" fmla="*/ 323850 h 609860"/>
                <a:gd name="connsiteX29" fmla="*/ 247671 w 495321"/>
                <a:gd name="connsiteY29" fmla="*/ 552450 h 60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95321" h="609860">
                  <a:moveTo>
                    <a:pt x="257196" y="76438"/>
                  </a:moveTo>
                  <a:lnTo>
                    <a:pt x="257196" y="19050"/>
                  </a:lnTo>
                  <a:lnTo>
                    <a:pt x="304821" y="19050"/>
                  </a:lnTo>
                  <a:cubicBezTo>
                    <a:pt x="310082" y="19050"/>
                    <a:pt x="314346" y="14786"/>
                    <a:pt x="314346" y="9525"/>
                  </a:cubicBezTo>
                  <a:cubicBezTo>
                    <a:pt x="314346" y="4264"/>
                    <a:pt x="310082" y="0"/>
                    <a:pt x="304821" y="0"/>
                  </a:cubicBezTo>
                  <a:lnTo>
                    <a:pt x="190521" y="0"/>
                  </a:lnTo>
                  <a:cubicBezTo>
                    <a:pt x="185260" y="0"/>
                    <a:pt x="180996" y="4264"/>
                    <a:pt x="180996" y="9525"/>
                  </a:cubicBezTo>
                  <a:cubicBezTo>
                    <a:pt x="180996" y="14786"/>
                    <a:pt x="185260" y="19050"/>
                    <a:pt x="190521" y="19050"/>
                  </a:cubicBezTo>
                  <a:lnTo>
                    <a:pt x="238146" y="19050"/>
                  </a:lnTo>
                  <a:lnTo>
                    <a:pt x="238146" y="76438"/>
                  </a:lnTo>
                  <a:cubicBezTo>
                    <a:pt x="101529" y="81631"/>
                    <a:pt x="-5011" y="196590"/>
                    <a:pt x="182" y="333207"/>
                  </a:cubicBezTo>
                  <a:cubicBezTo>
                    <a:pt x="2444" y="392740"/>
                    <a:pt x="26101" y="449459"/>
                    <a:pt x="66810" y="492957"/>
                  </a:cubicBezTo>
                  <a:lnTo>
                    <a:pt x="19928" y="596132"/>
                  </a:lnTo>
                  <a:cubicBezTo>
                    <a:pt x="17608" y="600853"/>
                    <a:pt x="19554" y="606561"/>
                    <a:pt x="24276" y="608881"/>
                  </a:cubicBezTo>
                  <a:cubicBezTo>
                    <a:pt x="28996" y="611201"/>
                    <a:pt x="34704" y="609255"/>
                    <a:pt x="37025" y="604535"/>
                  </a:cubicBezTo>
                  <a:cubicBezTo>
                    <a:pt x="37110" y="604361"/>
                    <a:pt x="37190" y="604186"/>
                    <a:pt x="37264" y="604009"/>
                  </a:cubicBezTo>
                  <a:lnTo>
                    <a:pt x="81250" y="507244"/>
                  </a:lnTo>
                  <a:cubicBezTo>
                    <a:pt x="175659" y="592914"/>
                    <a:pt x="319683" y="592914"/>
                    <a:pt x="414092" y="507244"/>
                  </a:cubicBezTo>
                  <a:lnTo>
                    <a:pt x="458078" y="604009"/>
                  </a:lnTo>
                  <a:cubicBezTo>
                    <a:pt x="460108" y="608862"/>
                    <a:pt x="465689" y="611151"/>
                    <a:pt x="470542" y="609120"/>
                  </a:cubicBezTo>
                  <a:cubicBezTo>
                    <a:pt x="475395" y="607090"/>
                    <a:pt x="477683" y="601510"/>
                    <a:pt x="475653" y="596657"/>
                  </a:cubicBezTo>
                  <a:cubicBezTo>
                    <a:pt x="475579" y="596479"/>
                    <a:pt x="475499" y="596304"/>
                    <a:pt x="475414" y="596132"/>
                  </a:cubicBezTo>
                  <a:lnTo>
                    <a:pt x="428513" y="492957"/>
                  </a:lnTo>
                  <a:cubicBezTo>
                    <a:pt x="521933" y="393139"/>
                    <a:pt x="516747" y="236488"/>
                    <a:pt x="416928" y="143066"/>
                  </a:cubicBezTo>
                  <a:cubicBezTo>
                    <a:pt x="373435" y="102361"/>
                    <a:pt x="316723" y="78705"/>
                    <a:pt x="257196" y="76438"/>
                  </a:cubicBezTo>
                  <a:close/>
                  <a:moveTo>
                    <a:pt x="247671" y="552450"/>
                  </a:moveTo>
                  <a:cubicBezTo>
                    <a:pt x="121419" y="552450"/>
                    <a:pt x="19071" y="450102"/>
                    <a:pt x="19071" y="323850"/>
                  </a:cubicBezTo>
                  <a:cubicBezTo>
                    <a:pt x="19071" y="197598"/>
                    <a:pt x="121419" y="95250"/>
                    <a:pt x="247671" y="95250"/>
                  </a:cubicBezTo>
                  <a:cubicBezTo>
                    <a:pt x="373923" y="95250"/>
                    <a:pt x="476271" y="197598"/>
                    <a:pt x="476271" y="323850"/>
                  </a:cubicBezTo>
                  <a:cubicBezTo>
                    <a:pt x="476129" y="450044"/>
                    <a:pt x="373865" y="552308"/>
                    <a:pt x="247671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5" name="Graphic 57" descr="Daily calendar outline">
            <a:extLst>
              <a:ext uri="{FF2B5EF4-FFF2-40B4-BE49-F238E27FC236}">
                <a16:creationId xmlns:a16="http://schemas.microsoft.com/office/drawing/2014/main" id="{2BA27335-9CCB-7181-EFB7-9243DF848181}"/>
              </a:ext>
            </a:extLst>
          </p:cNvPr>
          <p:cNvGrpSpPr/>
          <p:nvPr/>
        </p:nvGrpSpPr>
        <p:grpSpPr>
          <a:xfrm>
            <a:off x="10968596" y="4006877"/>
            <a:ext cx="541706" cy="426845"/>
            <a:chOff x="7063900" y="1482266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13A55A3-CC78-B9F4-FC3F-31D27A77C240}"/>
                </a:ext>
              </a:extLst>
            </p:cNvPr>
            <p:cNvSpPr/>
            <p:nvPr/>
          </p:nvSpPr>
          <p:spPr>
            <a:xfrm>
              <a:off x="7063900" y="1482266"/>
              <a:ext cx="647700" cy="647700"/>
            </a:xfrm>
            <a:custGeom>
              <a:avLst/>
              <a:gdLst>
                <a:gd name="connsiteX0" fmla="*/ 514350 w 647700"/>
                <a:gd name="connsiteY0" fmla="*/ 57150 h 647700"/>
                <a:gd name="connsiteX1" fmla="*/ 514350 w 647700"/>
                <a:gd name="connsiteY1" fmla="*/ 9525 h 647700"/>
                <a:gd name="connsiteX2" fmla="*/ 504825 w 647700"/>
                <a:gd name="connsiteY2" fmla="*/ 0 h 647700"/>
                <a:gd name="connsiteX3" fmla="*/ 495300 w 647700"/>
                <a:gd name="connsiteY3" fmla="*/ 9525 h 647700"/>
                <a:gd name="connsiteX4" fmla="*/ 495300 w 647700"/>
                <a:gd name="connsiteY4" fmla="*/ 57150 h 647700"/>
                <a:gd name="connsiteX5" fmla="*/ 152400 w 647700"/>
                <a:gd name="connsiteY5" fmla="*/ 57150 h 647700"/>
                <a:gd name="connsiteX6" fmla="*/ 152400 w 647700"/>
                <a:gd name="connsiteY6" fmla="*/ 9525 h 647700"/>
                <a:gd name="connsiteX7" fmla="*/ 142875 w 647700"/>
                <a:gd name="connsiteY7" fmla="*/ 0 h 647700"/>
                <a:gd name="connsiteX8" fmla="*/ 133350 w 647700"/>
                <a:gd name="connsiteY8" fmla="*/ 9525 h 647700"/>
                <a:gd name="connsiteX9" fmla="*/ 133350 w 647700"/>
                <a:gd name="connsiteY9" fmla="*/ 57150 h 647700"/>
                <a:gd name="connsiteX10" fmla="*/ 0 w 647700"/>
                <a:gd name="connsiteY10" fmla="*/ 57150 h 647700"/>
                <a:gd name="connsiteX11" fmla="*/ 0 w 647700"/>
                <a:gd name="connsiteY11" fmla="*/ 647700 h 647700"/>
                <a:gd name="connsiteX12" fmla="*/ 647700 w 647700"/>
                <a:gd name="connsiteY12" fmla="*/ 647700 h 647700"/>
                <a:gd name="connsiteX13" fmla="*/ 647700 w 647700"/>
                <a:gd name="connsiteY13" fmla="*/ 57150 h 647700"/>
                <a:gd name="connsiteX14" fmla="*/ 628650 w 647700"/>
                <a:gd name="connsiteY14" fmla="*/ 628650 h 647700"/>
                <a:gd name="connsiteX15" fmla="*/ 19050 w 647700"/>
                <a:gd name="connsiteY15" fmla="*/ 628650 h 647700"/>
                <a:gd name="connsiteX16" fmla="*/ 19050 w 647700"/>
                <a:gd name="connsiteY16" fmla="*/ 209550 h 647700"/>
                <a:gd name="connsiteX17" fmla="*/ 628650 w 647700"/>
                <a:gd name="connsiteY17" fmla="*/ 209550 h 647700"/>
                <a:gd name="connsiteX18" fmla="*/ 19050 w 647700"/>
                <a:gd name="connsiteY18" fmla="*/ 190500 h 647700"/>
                <a:gd name="connsiteX19" fmla="*/ 19050 w 647700"/>
                <a:gd name="connsiteY19" fmla="*/ 76200 h 647700"/>
                <a:gd name="connsiteX20" fmla="*/ 133350 w 647700"/>
                <a:gd name="connsiteY20" fmla="*/ 76200 h 647700"/>
                <a:gd name="connsiteX21" fmla="*/ 133350 w 647700"/>
                <a:gd name="connsiteY21" fmla="*/ 114300 h 647700"/>
                <a:gd name="connsiteX22" fmla="*/ 142875 w 647700"/>
                <a:gd name="connsiteY22" fmla="*/ 123825 h 647700"/>
                <a:gd name="connsiteX23" fmla="*/ 152400 w 647700"/>
                <a:gd name="connsiteY23" fmla="*/ 114300 h 647700"/>
                <a:gd name="connsiteX24" fmla="*/ 152400 w 647700"/>
                <a:gd name="connsiteY24" fmla="*/ 76200 h 647700"/>
                <a:gd name="connsiteX25" fmla="*/ 495300 w 647700"/>
                <a:gd name="connsiteY25" fmla="*/ 76200 h 647700"/>
                <a:gd name="connsiteX26" fmla="*/ 495300 w 647700"/>
                <a:gd name="connsiteY26" fmla="*/ 114300 h 647700"/>
                <a:gd name="connsiteX27" fmla="*/ 504825 w 647700"/>
                <a:gd name="connsiteY27" fmla="*/ 123825 h 647700"/>
                <a:gd name="connsiteX28" fmla="*/ 514350 w 647700"/>
                <a:gd name="connsiteY28" fmla="*/ 114300 h 647700"/>
                <a:gd name="connsiteX29" fmla="*/ 514350 w 647700"/>
                <a:gd name="connsiteY29" fmla="*/ 76200 h 647700"/>
                <a:gd name="connsiteX30" fmla="*/ 628650 w 647700"/>
                <a:gd name="connsiteY30" fmla="*/ 76200 h 647700"/>
                <a:gd name="connsiteX31" fmla="*/ 628650 w 647700"/>
                <a:gd name="connsiteY31" fmla="*/ 1905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47700" h="647700">
                  <a:moveTo>
                    <a:pt x="514350" y="57150"/>
                  </a:moveTo>
                  <a:lnTo>
                    <a:pt x="514350" y="9525"/>
                  </a:lnTo>
                  <a:cubicBezTo>
                    <a:pt x="514350" y="4264"/>
                    <a:pt x="510086" y="0"/>
                    <a:pt x="504825" y="0"/>
                  </a:cubicBezTo>
                  <a:cubicBezTo>
                    <a:pt x="499564" y="0"/>
                    <a:pt x="495300" y="4264"/>
                    <a:pt x="495300" y="9525"/>
                  </a:cubicBezTo>
                  <a:lnTo>
                    <a:pt x="495300" y="57150"/>
                  </a:lnTo>
                  <a:lnTo>
                    <a:pt x="152400" y="57150"/>
                  </a:lnTo>
                  <a:lnTo>
                    <a:pt x="152400" y="9525"/>
                  </a:lnTo>
                  <a:cubicBezTo>
                    <a:pt x="152400" y="4264"/>
                    <a:pt x="148136" y="0"/>
                    <a:pt x="142875" y="0"/>
                  </a:cubicBezTo>
                  <a:cubicBezTo>
                    <a:pt x="137614" y="0"/>
                    <a:pt x="133350" y="4264"/>
                    <a:pt x="133350" y="9525"/>
                  </a:cubicBezTo>
                  <a:lnTo>
                    <a:pt x="133350" y="57150"/>
                  </a:lnTo>
                  <a:lnTo>
                    <a:pt x="0" y="57150"/>
                  </a:lnTo>
                  <a:lnTo>
                    <a:pt x="0" y="647700"/>
                  </a:lnTo>
                  <a:lnTo>
                    <a:pt x="647700" y="647700"/>
                  </a:lnTo>
                  <a:lnTo>
                    <a:pt x="647700" y="57150"/>
                  </a:lnTo>
                  <a:close/>
                  <a:moveTo>
                    <a:pt x="628650" y="628650"/>
                  </a:moveTo>
                  <a:lnTo>
                    <a:pt x="19050" y="628650"/>
                  </a:lnTo>
                  <a:lnTo>
                    <a:pt x="19050" y="209550"/>
                  </a:lnTo>
                  <a:lnTo>
                    <a:pt x="628650" y="209550"/>
                  </a:lnTo>
                  <a:close/>
                  <a:moveTo>
                    <a:pt x="19050" y="190500"/>
                  </a:moveTo>
                  <a:lnTo>
                    <a:pt x="19050" y="76200"/>
                  </a:lnTo>
                  <a:lnTo>
                    <a:pt x="133350" y="76200"/>
                  </a:lnTo>
                  <a:lnTo>
                    <a:pt x="133350" y="114300"/>
                  </a:lnTo>
                  <a:cubicBezTo>
                    <a:pt x="133350" y="119561"/>
                    <a:pt x="137614" y="123825"/>
                    <a:pt x="142875" y="123825"/>
                  </a:cubicBezTo>
                  <a:cubicBezTo>
                    <a:pt x="148136" y="123825"/>
                    <a:pt x="152400" y="119561"/>
                    <a:pt x="152400" y="114300"/>
                  </a:cubicBezTo>
                  <a:lnTo>
                    <a:pt x="152400" y="76200"/>
                  </a:lnTo>
                  <a:lnTo>
                    <a:pt x="495300" y="76200"/>
                  </a:lnTo>
                  <a:lnTo>
                    <a:pt x="495300" y="114300"/>
                  </a:lnTo>
                  <a:cubicBezTo>
                    <a:pt x="495300" y="119561"/>
                    <a:pt x="499564" y="123825"/>
                    <a:pt x="504825" y="123825"/>
                  </a:cubicBezTo>
                  <a:cubicBezTo>
                    <a:pt x="510086" y="123825"/>
                    <a:pt x="514350" y="119561"/>
                    <a:pt x="514350" y="114300"/>
                  </a:cubicBezTo>
                  <a:lnTo>
                    <a:pt x="514350" y="76200"/>
                  </a:lnTo>
                  <a:lnTo>
                    <a:pt x="628650" y="76200"/>
                  </a:lnTo>
                  <a:lnTo>
                    <a:pt x="628650" y="190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B6989C-77F4-7A29-AE81-2A1F82D00939}"/>
                </a:ext>
              </a:extLst>
            </p:cNvPr>
            <p:cNvSpPr/>
            <p:nvPr/>
          </p:nvSpPr>
          <p:spPr>
            <a:xfrm>
              <a:off x="7140100" y="1748966"/>
              <a:ext cx="495300" cy="304800"/>
            </a:xfrm>
            <a:custGeom>
              <a:avLst/>
              <a:gdLst>
                <a:gd name="connsiteX0" fmla="*/ 180975 w 495300"/>
                <a:gd name="connsiteY0" fmla="*/ 304800 h 304800"/>
                <a:gd name="connsiteX1" fmla="*/ 495300 w 495300"/>
                <a:gd name="connsiteY1" fmla="*/ 304800 h 304800"/>
                <a:gd name="connsiteX2" fmla="*/ 495300 w 495300"/>
                <a:gd name="connsiteY2" fmla="*/ 0 h 304800"/>
                <a:gd name="connsiteX3" fmla="*/ 0 w 495300"/>
                <a:gd name="connsiteY3" fmla="*/ 0 h 304800"/>
                <a:gd name="connsiteX4" fmla="*/ 0 w 495300"/>
                <a:gd name="connsiteY4" fmla="*/ 304800 h 304800"/>
                <a:gd name="connsiteX5" fmla="*/ 180975 w 495300"/>
                <a:gd name="connsiteY5" fmla="*/ 304800 h 304800"/>
                <a:gd name="connsiteX6" fmla="*/ 180975 w 495300"/>
                <a:gd name="connsiteY6" fmla="*/ 285750 h 304800"/>
                <a:gd name="connsiteX7" fmla="*/ 180975 w 495300"/>
                <a:gd name="connsiteY7" fmla="*/ 209550 h 304800"/>
                <a:gd name="connsiteX8" fmla="*/ 314325 w 495300"/>
                <a:gd name="connsiteY8" fmla="*/ 209550 h 304800"/>
                <a:gd name="connsiteX9" fmla="*/ 314325 w 495300"/>
                <a:gd name="connsiteY9" fmla="*/ 285750 h 304800"/>
                <a:gd name="connsiteX10" fmla="*/ 180975 w 495300"/>
                <a:gd name="connsiteY10" fmla="*/ 114300 h 304800"/>
                <a:gd name="connsiteX11" fmla="*/ 314325 w 495300"/>
                <a:gd name="connsiteY11" fmla="*/ 114300 h 304800"/>
                <a:gd name="connsiteX12" fmla="*/ 314325 w 495300"/>
                <a:gd name="connsiteY12" fmla="*/ 190500 h 304800"/>
                <a:gd name="connsiteX13" fmla="*/ 180975 w 495300"/>
                <a:gd name="connsiteY13" fmla="*/ 190500 h 304800"/>
                <a:gd name="connsiteX14" fmla="*/ 161925 w 495300"/>
                <a:gd name="connsiteY14" fmla="*/ 190500 h 304800"/>
                <a:gd name="connsiteX15" fmla="*/ 19050 w 495300"/>
                <a:gd name="connsiteY15" fmla="*/ 190500 h 304800"/>
                <a:gd name="connsiteX16" fmla="*/ 19050 w 495300"/>
                <a:gd name="connsiteY16" fmla="*/ 114300 h 304800"/>
                <a:gd name="connsiteX17" fmla="*/ 161925 w 495300"/>
                <a:gd name="connsiteY17" fmla="*/ 114300 h 304800"/>
                <a:gd name="connsiteX18" fmla="*/ 333375 w 495300"/>
                <a:gd name="connsiteY18" fmla="*/ 114300 h 304800"/>
                <a:gd name="connsiteX19" fmla="*/ 476250 w 495300"/>
                <a:gd name="connsiteY19" fmla="*/ 114300 h 304800"/>
                <a:gd name="connsiteX20" fmla="*/ 476250 w 495300"/>
                <a:gd name="connsiteY20" fmla="*/ 190500 h 304800"/>
                <a:gd name="connsiteX21" fmla="*/ 333375 w 495300"/>
                <a:gd name="connsiteY21" fmla="*/ 190500 h 304800"/>
                <a:gd name="connsiteX22" fmla="*/ 333375 w 495300"/>
                <a:gd name="connsiteY22" fmla="*/ 285750 h 304800"/>
                <a:gd name="connsiteX23" fmla="*/ 333375 w 495300"/>
                <a:gd name="connsiteY23" fmla="*/ 209550 h 304800"/>
                <a:gd name="connsiteX24" fmla="*/ 476250 w 495300"/>
                <a:gd name="connsiteY24" fmla="*/ 209550 h 304800"/>
                <a:gd name="connsiteX25" fmla="*/ 476250 w 495300"/>
                <a:gd name="connsiteY25" fmla="*/ 285750 h 304800"/>
                <a:gd name="connsiteX26" fmla="*/ 476250 w 495300"/>
                <a:gd name="connsiteY26" fmla="*/ 19050 h 304800"/>
                <a:gd name="connsiteX27" fmla="*/ 476250 w 495300"/>
                <a:gd name="connsiteY27" fmla="*/ 95250 h 304800"/>
                <a:gd name="connsiteX28" fmla="*/ 333375 w 495300"/>
                <a:gd name="connsiteY28" fmla="*/ 95250 h 304800"/>
                <a:gd name="connsiteX29" fmla="*/ 333375 w 495300"/>
                <a:gd name="connsiteY29" fmla="*/ 19050 h 304800"/>
                <a:gd name="connsiteX30" fmla="*/ 314325 w 495300"/>
                <a:gd name="connsiteY30" fmla="*/ 19050 h 304800"/>
                <a:gd name="connsiteX31" fmla="*/ 314325 w 495300"/>
                <a:gd name="connsiteY31" fmla="*/ 95250 h 304800"/>
                <a:gd name="connsiteX32" fmla="*/ 180975 w 495300"/>
                <a:gd name="connsiteY32" fmla="*/ 95250 h 304800"/>
                <a:gd name="connsiteX33" fmla="*/ 180975 w 495300"/>
                <a:gd name="connsiteY33" fmla="*/ 19050 h 304800"/>
                <a:gd name="connsiteX34" fmla="*/ 161925 w 495300"/>
                <a:gd name="connsiteY34" fmla="*/ 19050 h 304800"/>
                <a:gd name="connsiteX35" fmla="*/ 161925 w 495300"/>
                <a:gd name="connsiteY35" fmla="*/ 95250 h 304800"/>
                <a:gd name="connsiteX36" fmla="*/ 19050 w 495300"/>
                <a:gd name="connsiteY36" fmla="*/ 95250 h 304800"/>
                <a:gd name="connsiteX37" fmla="*/ 19050 w 495300"/>
                <a:gd name="connsiteY37" fmla="*/ 19050 h 304800"/>
                <a:gd name="connsiteX38" fmla="*/ 19050 w 495300"/>
                <a:gd name="connsiteY38" fmla="*/ 285750 h 304800"/>
                <a:gd name="connsiteX39" fmla="*/ 19050 w 495300"/>
                <a:gd name="connsiteY39" fmla="*/ 209550 h 304800"/>
                <a:gd name="connsiteX40" fmla="*/ 161925 w 495300"/>
                <a:gd name="connsiteY40" fmla="*/ 209550 h 304800"/>
                <a:gd name="connsiteX41" fmla="*/ 161925 w 495300"/>
                <a:gd name="connsiteY41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5300" h="304800">
                  <a:moveTo>
                    <a:pt x="180975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80975" y="304800"/>
                  </a:lnTo>
                  <a:close/>
                  <a:moveTo>
                    <a:pt x="180975" y="285750"/>
                  </a:moveTo>
                  <a:lnTo>
                    <a:pt x="180975" y="209550"/>
                  </a:lnTo>
                  <a:lnTo>
                    <a:pt x="314325" y="209550"/>
                  </a:lnTo>
                  <a:lnTo>
                    <a:pt x="314325" y="285750"/>
                  </a:lnTo>
                  <a:close/>
                  <a:moveTo>
                    <a:pt x="180975" y="114300"/>
                  </a:moveTo>
                  <a:lnTo>
                    <a:pt x="314325" y="114300"/>
                  </a:lnTo>
                  <a:lnTo>
                    <a:pt x="314325" y="190500"/>
                  </a:lnTo>
                  <a:lnTo>
                    <a:pt x="180975" y="190500"/>
                  </a:lnTo>
                  <a:close/>
                  <a:moveTo>
                    <a:pt x="161925" y="190500"/>
                  </a:moveTo>
                  <a:lnTo>
                    <a:pt x="19050" y="190500"/>
                  </a:lnTo>
                  <a:lnTo>
                    <a:pt x="19050" y="114300"/>
                  </a:lnTo>
                  <a:lnTo>
                    <a:pt x="161925" y="114300"/>
                  </a:lnTo>
                  <a:close/>
                  <a:moveTo>
                    <a:pt x="333375" y="114300"/>
                  </a:moveTo>
                  <a:lnTo>
                    <a:pt x="476250" y="114300"/>
                  </a:lnTo>
                  <a:lnTo>
                    <a:pt x="476250" y="190500"/>
                  </a:lnTo>
                  <a:lnTo>
                    <a:pt x="333375" y="190500"/>
                  </a:lnTo>
                  <a:close/>
                  <a:moveTo>
                    <a:pt x="333375" y="285750"/>
                  </a:moveTo>
                  <a:lnTo>
                    <a:pt x="333375" y="209550"/>
                  </a:lnTo>
                  <a:lnTo>
                    <a:pt x="476250" y="209550"/>
                  </a:lnTo>
                  <a:lnTo>
                    <a:pt x="476250" y="285750"/>
                  </a:lnTo>
                  <a:close/>
                  <a:moveTo>
                    <a:pt x="476250" y="19050"/>
                  </a:moveTo>
                  <a:lnTo>
                    <a:pt x="476250" y="95250"/>
                  </a:lnTo>
                  <a:lnTo>
                    <a:pt x="333375" y="95250"/>
                  </a:lnTo>
                  <a:lnTo>
                    <a:pt x="333375" y="19050"/>
                  </a:lnTo>
                  <a:close/>
                  <a:moveTo>
                    <a:pt x="314325" y="19050"/>
                  </a:moveTo>
                  <a:lnTo>
                    <a:pt x="314325" y="95250"/>
                  </a:lnTo>
                  <a:lnTo>
                    <a:pt x="180975" y="95250"/>
                  </a:lnTo>
                  <a:lnTo>
                    <a:pt x="180975" y="19050"/>
                  </a:lnTo>
                  <a:close/>
                  <a:moveTo>
                    <a:pt x="161925" y="19050"/>
                  </a:moveTo>
                  <a:lnTo>
                    <a:pt x="161925" y="95250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  <a:moveTo>
                    <a:pt x="19050" y="285750"/>
                  </a:moveTo>
                  <a:lnTo>
                    <a:pt x="19050" y="209550"/>
                  </a:lnTo>
                  <a:lnTo>
                    <a:pt x="161925" y="209550"/>
                  </a:lnTo>
                  <a:lnTo>
                    <a:pt x="161925" y="2857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B5566B2-1606-B55B-95B3-71E2EEA8F363}"/>
              </a:ext>
            </a:extLst>
          </p:cNvPr>
          <p:cNvSpPr txBox="1"/>
          <p:nvPr/>
        </p:nvSpPr>
        <p:spPr>
          <a:xfrm>
            <a:off x="507486" y="845393"/>
            <a:ext cx="422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 What?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3E440-175A-6BF2-22EE-C9B965F33497}"/>
              </a:ext>
            </a:extLst>
          </p:cNvPr>
          <p:cNvSpPr txBox="1"/>
          <p:nvPr/>
        </p:nvSpPr>
        <p:spPr>
          <a:xfrm>
            <a:off x="1071594" y="1983863"/>
            <a:ext cx="6614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Phrase analysis reveals the exact pain points.</a:t>
            </a:r>
          </a:p>
          <a:p>
            <a:r>
              <a:rPr lang="en-GB" sz="2400" dirty="0">
                <a:solidFill>
                  <a:schemeClr val="bg1">
                    <a:lumMod val="95000"/>
                  </a:schemeClr>
                </a:solidFill>
              </a:rPr>
              <a:t>There’s critical failure in;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F57FF-76A7-85AC-428E-5D6D423FBC6D}"/>
              </a:ext>
            </a:extLst>
          </p:cNvPr>
          <p:cNvSpPr txBox="1"/>
          <p:nvPr/>
        </p:nvSpPr>
        <p:spPr>
          <a:xfrm>
            <a:off x="1067372" y="2907805"/>
            <a:ext cx="661407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Products’ quality as customers label products as ‘not working’ as expected especially in ‘Home &amp; Kitchen’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Supply chain as customers complain to receive what was not expected and also delay in orders delivery.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Poor payment method and customer support ineffectiveness.</a:t>
            </a:r>
          </a:p>
        </p:txBody>
      </p:sp>
      <p:sp>
        <p:nvSpPr>
          <p:cNvPr id="10" name="Graphic 31" descr="Research outline">
            <a:extLst>
              <a:ext uri="{FF2B5EF4-FFF2-40B4-BE49-F238E27FC236}">
                <a16:creationId xmlns:a16="http://schemas.microsoft.com/office/drawing/2014/main" id="{B9E9ED40-02DF-189A-725E-227D99B8967A}"/>
              </a:ext>
            </a:extLst>
          </p:cNvPr>
          <p:cNvSpPr/>
          <p:nvPr/>
        </p:nvSpPr>
        <p:spPr>
          <a:xfrm>
            <a:off x="206568" y="1998687"/>
            <a:ext cx="747966" cy="746439"/>
          </a:xfrm>
          <a:custGeom>
            <a:avLst/>
            <a:gdLst>
              <a:gd name="connsiteX0" fmla="*/ 732718 w 747966"/>
              <a:gd name="connsiteY0" fmla="*/ 637151 h 746439"/>
              <a:gd name="connsiteX1" fmla="*/ 598825 w 747966"/>
              <a:gd name="connsiteY1" fmla="*/ 503030 h 746439"/>
              <a:gd name="connsiteX2" fmla="*/ 518053 w 747966"/>
              <a:gd name="connsiteY2" fmla="*/ 503030 h 746439"/>
              <a:gd name="connsiteX3" fmla="*/ 478410 w 747966"/>
              <a:gd name="connsiteY3" fmla="*/ 463386 h 746439"/>
              <a:gd name="connsiteX4" fmla="*/ 463386 w 747966"/>
              <a:gd name="connsiteY4" fmla="*/ 73452 h 746439"/>
              <a:gd name="connsiteX5" fmla="*/ 73453 w 747966"/>
              <a:gd name="connsiteY5" fmla="*/ 88476 h 746439"/>
              <a:gd name="connsiteX6" fmla="*/ 88475 w 747966"/>
              <a:gd name="connsiteY6" fmla="*/ 478410 h 746439"/>
              <a:gd name="connsiteX7" fmla="*/ 464951 w 747966"/>
              <a:gd name="connsiteY7" fmla="*/ 476950 h 746439"/>
              <a:gd name="connsiteX8" fmla="*/ 504575 w 747966"/>
              <a:gd name="connsiteY8" fmla="*/ 516584 h 746439"/>
              <a:gd name="connsiteX9" fmla="*/ 489564 w 747966"/>
              <a:gd name="connsiteY9" fmla="*/ 553683 h 746439"/>
              <a:gd name="connsiteX10" fmla="*/ 504518 w 747966"/>
              <a:gd name="connsiteY10" fmla="*/ 597118 h 746439"/>
              <a:gd name="connsiteX11" fmla="*/ 638363 w 747966"/>
              <a:gd name="connsiteY11" fmla="*/ 731191 h 746439"/>
              <a:gd name="connsiteX12" fmla="*/ 676558 w 747966"/>
              <a:gd name="connsiteY12" fmla="*/ 746431 h 746439"/>
              <a:gd name="connsiteX13" fmla="*/ 726241 w 747966"/>
              <a:gd name="connsiteY13" fmla="*/ 725010 h 746439"/>
              <a:gd name="connsiteX14" fmla="*/ 747634 w 747966"/>
              <a:gd name="connsiteY14" fmla="*/ 680614 h 746439"/>
              <a:gd name="connsiteX15" fmla="*/ 732718 w 747966"/>
              <a:gd name="connsiteY15" fmla="*/ 637151 h 746439"/>
              <a:gd name="connsiteX16" fmla="*/ 94676 w 747966"/>
              <a:gd name="connsiteY16" fmla="*/ 93169 h 746439"/>
              <a:gd name="connsiteX17" fmla="*/ 322057 w 747966"/>
              <a:gd name="connsiteY17" fmla="*/ 21731 h 746439"/>
              <a:gd name="connsiteX18" fmla="*/ 421527 w 747966"/>
              <a:gd name="connsiteY18" fmla="*/ 62451 h 746439"/>
              <a:gd name="connsiteX19" fmla="*/ 533588 w 747966"/>
              <a:gd name="connsiteY19" fmla="*/ 275020 h 746439"/>
              <a:gd name="connsiteX20" fmla="*/ 433576 w 747966"/>
              <a:gd name="connsiteY20" fmla="*/ 275020 h 746439"/>
              <a:gd name="connsiteX21" fmla="*/ 426346 w 747966"/>
              <a:gd name="connsiteY21" fmla="*/ 278344 h 746439"/>
              <a:gd name="connsiteX22" fmla="*/ 381083 w 747966"/>
              <a:gd name="connsiteY22" fmla="*/ 331151 h 746439"/>
              <a:gd name="connsiteX23" fmla="*/ 380952 w 747966"/>
              <a:gd name="connsiteY23" fmla="*/ 331181 h 746439"/>
              <a:gd name="connsiteX24" fmla="*/ 380921 w 747966"/>
              <a:gd name="connsiteY24" fmla="*/ 331151 h 746439"/>
              <a:gd name="connsiteX25" fmla="*/ 347527 w 747966"/>
              <a:gd name="connsiteY25" fmla="*/ 205888 h 746439"/>
              <a:gd name="connsiteX26" fmla="*/ 335868 w 747966"/>
              <a:gd name="connsiteY26" fmla="*/ 199140 h 746439"/>
              <a:gd name="connsiteX27" fmla="*/ 329429 w 747966"/>
              <a:gd name="connsiteY27" fmla="*/ 204935 h 746439"/>
              <a:gd name="connsiteX28" fmla="*/ 259811 w 747966"/>
              <a:gd name="connsiteY28" fmla="*/ 384958 h 746439"/>
              <a:gd name="connsiteX29" fmla="*/ 259691 w 747966"/>
              <a:gd name="connsiteY29" fmla="*/ 385019 h 746439"/>
              <a:gd name="connsiteX30" fmla="*/ 259630 w 747966"/>
              <a:gd name="connsiteY30" fmla="*/ 384958 h 746439"/>
              <a:gd name="connsiteX31" fmla="*/ 214339 w 747966"/>
              <a:gd name="connsiteY31" fmla="*/ 139937 h 746439"/>
              <a:gd name="connsiteX32" fmla="*/ 203238 w 747966"/>
              <a:gd name="connsiteY32" fmla="*/ 132305 h 746439"/>
              <a:gd name="connsiteX33" fmla="*/ 195936 w 747966"/>
              <a:gd name="connsiteY33" fmla="*/ 138660 h 746439"/>
              <a:gd name="connsiteX34" fmla="*/ 150483 w 747966"/>
              <a:gd name="connsiteY34" fmla="*/ 275020 h 746439"/>
              <a:gd name="connsiteX35" fmla="*/ 19467 w 747966"/>
              <a:gd name="connsiteY35" fmla="*/ 275020 h 746439"/>
              <a:gd name="connsiteX36" fmla="*/ 94676 w 747966"/>
              <a:gd name="connsiteY36" fmla="*/ 93169 h 746439"/>
              <a:gd name="connsiteX37" fmla="*/ 134205 w 747966"/>
              <a:gd name="connsiteY37" fmla="*/ 489409 h 746439"/>
              <a:gd name="connsiteX38" fmla="*/ 20248 w 747966"/>
              <a:gd name="connsiteY38" fmla="*/ 294070 h 746439"/>
              <a:gd name="connsiteX39" fmla="*/ 157351 w 747966"/>
              <a:gd name="connsiteY39" fmla="*/ 294070 h 746439"/>
              <a:gd name="connsiteX40" fmla="*/ 166390 w 747966"/>
              <a:gd name="connsiteY40" fmla="*/ 287555 h 746439"/>
              <a:gd name="connsiteX41" fmla="*/ 202213 w 747966"/>
              <a:gd name="connsiteY41" fmla="*/ 180084 h 746439"/>
              <a:gd name="connsiteX42" fmla="*/ 202333 w 747966"/>
              <a:gd name="connsiteY42" fmla="*/ 180023 h 746439"/>
              <a:gd name="connsiteX43" fmla="*/ 202394 w 747966"/>
              <a:gd name="connsiteY43" fmla="*/ 180084 h 746439"/>
              <a:gd name="connsiteX44" fmla="*/ 247086 w 747966"/>
              <a:gd name="connsiteY44" fmla="*/ 421772 h 746439"/>
              <a:gd name="connsiteX45" fmla="*/ 255572 w 747966"/>
              <a:gd name="connsiteY45" fmla="*/ 429525 h 746439"/>
              <a:gd name="connsiteX46" fmla="*/ 256458 w 747966"/>
              <a:gd name="connsiteY46" fmla="*/ 429525 h 746439"/>
              <a:gd name="connsiteX47" fmla="*/ 265336 w 747966"/>
              <a:gd name="connsiteY47" fmla="*/ 423439 h 746439"/>
              <a:gd name="connsiteX48" fmla="*/ 336554 w 747966"/>
              <a:gd name="connsiteY48" fmla="*/ 239282 h 746439"/>
              <a:gd name="connsiteX49" fmla="*/ 336674 w 747966"/>
              <a:gd name="connsiteY49" fmla="*/ 239221 h 746439"/>
              <a:gd name="connsiteX50" fmla="*/ 336735 w 747966"/>
              <a:gd name="connsiteY50" fmla="*/ 239282 h 746439"/>
              <a:gd name="connsiteX51" fmla="*/ 367215 w 747966"/>
              <a:gd name="connsiteY51" fmla="*/ 353582 h 746439"/>
              <a:gd name="connsiteX52" fmla="*/ 378876 w 747966"/>
              <a:gd name="connsiteY52" fmla="*/ 360325 h 746439"/>
              <a:gd name="connsiteX53" fmla="*/ 383646 w 747966"/>
              <a:gd name="connsiteY53" fmla="*/ 357326 h 746439"/>
              <a:gd name="connsiteX54" fmla="*/ 437957 w 747966"/>
              <a:gd name="connsiteY54" fmla="*/ 294070 h 746439"/>
              <a:gd name="connsiteX55" fmla="*/ 532807 w 747966"/>
              <a:gd name="connsiteY55" fmla="*/ 294070 h 746439"/>
              <a:gd name="connsiteX56" fmla="*/ 257612 w 747966"/>
              <a:gd name="connsiteY56" fmla="*/ 531657 h 746439"/>
              <a:gd name="connsiteX57" fmla="*/ 231465 w 747966"/>
              <a:gd name="connsiteY57" fmla="*/ 528385 h 746439"/>
              <a:gd name="connsiteX58" fmla="*/ 134205 w 747966"/>
              <a:gd name="connsiteY58" fmla="*/ 489409 h 746439"/>
              <a:gd name="connsiteX59" fmla="*/ 712830 w 747966"/>
              <a:gd name="connsiteY59" fmla="*/ 711484 h 746439"/>
              <a:gd name="connsiteX60" fmla="*/ 651870 w 747966"/>
              <a:gd name="connsiteY60" fmla="*/ 717733 h 746439"/>
              <a:gd name="connsiteX61" fmla="*/ 517996 w 747966"/>
              <a:gd name="connsiteY61" fmla="*/ 583630 h 746439"/>
              <a:gd name="connsiteX62" fmla="*/ 508547 w 747966"/>
              <a:gd name="connsiteY62" fmla="*/ 555303 h 746439"/>
              <a:gd name="connsiteX63" fmla="*/ 524397 w 747966"/>
              <a:gd name="connsiteY63" fmla="*/ 522756 h 746439"/>
              <a:gd name="connsiteX64" fmla="*/ 585357 w 747966"/>
              <a:gd name="connsiteY64" fmla="*/ 516507 h 746439"/>
              <a:gd name="connsiteX65" fmla="*/ 719240 w 747966"/>
              <a:gd name="connsiteY65" fmla="*/ 650610 h 746439"/>
              <a:gd name="connsiteX66" fmla="*/ 728689 w 747966"/>
              <a:gd name="connsiteY66" fmla="*/ 678937 h 746439"/>
              <a:gd name="connsiteX67" fmla="*/ 712830 w 747966"/>
              <a:gd name="connsiteY67" fmla="*/ 711484 h 74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747966" h="746439">
                <a:moveTo>
                  <a:pt x="732718" y="637151"/>
                </a:moveTo>
                <a:lnTo>
                  <a:pt x="598825" y="503030"/>
                </a:lnTo>
                <a:cubicBezTo>
                  <a:pt x="578327" y="482494"/>
                  <a:pt x="543713" y="483103"/>
                  <a:pt x="518053" y="503030"/>
                </a:cubicBezTo>
                <a:lnTo>
                  <a:pt x="478410" y="463386"/>
                </a:lnTo>
                <a:cubicBezTo>
                  <a:pt x="581939" y="351560"/>
                  <a:pt x="575212" y="176981"/>
                  <a:pt x="463386" y="73452"/>
                </a:cubicBezTo>
                <a:cubicBezTo>
                  <a:pt x="351561" y="-30077"/>
                  <a:pt x="176981" y="-23350"/>
                  <a:pt x="73453" y="88476"/>
                </a:cubicBezTo>
                <a:cubicBezTo>
                  <a:pt x="-30077" y="200301"/>
                  <a:pt x="-23350" y="374881"/>
                  <a:pt x="88475" y="478410"/>
                </a:cubicBezTo>
                <a:cubicBezTo>
                  <a:pt x="194863" y="576904"/>
                  <a:pt x="359330" y="576266"/>
                  <a:pt x="464951" y="476950"/>
                </a:cubicBezTo>
                <a:lnTo>
                  <a:pt x="504575" y="516584"/>
                </a:lnTo>
                <a:cubicBezTo>
                  <a:pt x="496092" y="527240"/>
                  <a:pt x="490878" y="540127"/>
                  <a:pt x="489564" y="553683"/>
                </a:cubicBezTo>
                <a:cubicBezTo>
                  <a:pt x="487791" y="569670"/>
                  <a:pt x="493278" y="585610"/>
                  <a:pt x="504518" y="597118"/>
                </a:cubicBezTo>
                <a:lnTo>
                  <a:pt x="638363" y="731191"/>
                </a:lnTo>
                <a:cubicBezTo>
                  <a:pt x="648539" y="741183"/>
                  <a:pt x="662299" y="746673"/>
                  <a:pt x="676558" y="746431"/>
                </a:cubicBezTo>
                <a:cubicBezTo>
                  <a:pt x="695293" y="746107"/>
                  <a:pt x="713144" y="738409"/>
                  <a:pt x="726241" y="725010"/>
                </a:cubicBezTo>
                <a:cubicBezTo>
                  <a:pt x="738375" y="713190"/>
                  <a:pt x="745951" y="697469"/>
                  <a:pt x="747634" y="680614"/>
                </a:cubicBezTo>
                <a:cubicBezTo>
                  <a:pt x="749422" y="664623"/>
                  <a:pt x="743948" y="648673"/>
                  <a:pt x="732718" y="637151"/>
                </a:cubicBezTo>
                <a:close/>
                <a:moveTo>
                  <a:pt x="94676" y="93169"/>
                </a:moveTo>
                <a:cubicBezTo>
                  <a:pt x="154172" y="33516"/>
                  <a:pt x="239135" y="6822"/>
                  <a:pt x="322057" y="21731"/>
                </a:cubicBezTo>
                <a:cubicBezTo>
                  <a:pt x="357788" y="27883"/>
                  <a:pt x="391739" y="41781"/>
                  <a:pt x="421527" y="62451"/>
                </a:cubicBezTo>
                <a:cubicBezTo>
                  <a:pt x="491738" y="110413"/>
                  <a:pt x="533689" y="189990"/>
                  <a:pt x="533588" y="275020"/>
                </a:cubicBezTo>
                <a:lnTo>
                  <a:pt x="433576" y="275020"/>
                </a:lnTo>
                <a:cubicBezTo>
                  <a:pt x="430796" y="275020"/>
                  <a:pt x="428156" y="276235"/>
                  <a:pt x="426346" y="278344"/>
                </a:cubicBezTo>
                <a:lnTo>
                  <a:pt x="381083" y="331151"/>
                </a:lnTo>
                <a:cubicBezTo>
                  <a:pt x="381056" y="331196"/>
                  <a:pt x="380997" y="331209"/>
                  <a:pt x="380952" y="331181"/>
                </a:cubicBezTo>
                <a:cubicBezTo>
                  <a:pt x="380940" y="331174"/>
                  <a:pt x="380929" y="331163"/>
                  <a:pt x="380921" y="331151"/>
                </a:cubicBezTo>
                <a:lnTo>
                  <a:pt x="347527" y="205888"/>
                </a:lnTo>
                <a:cubicBezTo>
                  <a:pt x="346170" y="200805"/>
                  <a:pt x="340951" y="197784"/>
                  <a:pt x="335868" y="199140"/>
                </a:cubicBezTo>
                <a:cubicBezTo>
                  <a:pt x="332916" y="199928"/>
                  <a:pt x="330522" y="202082"/>
                  <a:pt x="329429" y="204935"/>
                </a:cubicBezTo>
                <a:lnTo>
                  <a:pt x="259811" y="384958"/>
                </a:lnTo>
                <a:cubicBezTo>
                  <a:pt x="259795" y="385007"/>
                  <a:pt x="259741" y="385035"/>
                  <a:pt x="259691" y="385019"/>
                </a:cubicBezTo>
                <a:cubicBezTo>
                  <a:pt x="259662" y="385009"/>
                  <a:pt x="259640" y="384986"/>
                  <a:pt x="259630" y="384958"/>
                </a:cubicBezTo>
                <a:lnTo>
                  <a:pt x="214339" y="139937"/>
                </a:lnTo>
                <a:cubicBezTo>
                  <a:pt x="213380" y="134764"/>
                  <a:pt x="208411" y="131348"/>
                  <a:pt x="203238" y="132305"/>
                </a:cubicBezTo>
                <a:cubicBezTo>
                  <a:pt x="199829" y="132937"/>
                  <a:pt x="197033" y="135371"/>
                  <a:pt x="195936" y="138660"/>
                </a:cubicBezTo>
                <a:lnTo>
                  <a:pt x="150483" y="275020"/>
                </a:lnTo>
                <a:lnTo>
                  <a:pt x="19467" y="275020"/>
                </a:lnTo>
                <a:cubicBezTo>
                  <a:pt x="19348" y="206812"/>
                  <a:pt x="46414" y="141368"/>
                  <a:pt x="94676" y="93169"/>
                </a:cubicBezTo>
                <a:close/>
                <a:moveTo>
                  <a:pt x="134205" y="489409"/>
                </a:moveTo>
                <a:cubicBezTo>
                  <a:pt x="68060" y="445418"/>
                  <a:pt x="25988" y="373300"/>
                  <a:pt x="20248" y="294070"/>
                </a:cubicBezTo>
                <a:lnTo>
                  <a:pt x="157351" y="294070"/>
                </a:lnTo>
                <a:cubicBezTo>
                  <a:pt x="161452" y="294071"/>
                  <a:pt x="165094" y="291446"/>
                  <a:pt x="166390" y="287555"/>
                </a:cubicBezTo>
                <a:lnTo>
                  <a:pt x="202213" y="180084"/>
                </a:lnTo>
                <a:cubicBezTo>
                  <a:pt x="202230" y="180035"/>
                  <a:pt x="202284" y="180007"/>
                  <a:pt x="202333" y="180023"/>
                </a:cubicBezTo>
                <a:cubicBezTo>
                  <a:pt x="202362" y="180033"/>
                  <a:pt x="202385" y="180056"/>
                  <a:pt x="202394" y="180084"/>
                </a:cubicBezTo>
                <a:lnTo>
                  <a:pt x="247086" y="421772"/>
                </a:lnTo>
                <a:cubicBezTo>
                  <a:pt x="247860" y="425965"/>
                  <a:pt x="251327" y="429132"/>
                  <a:pt x="255572" y="429525"/>
                </a:cubicBezTo>
                <a:cubicBezTo>
                  <a:pt x="255868" y="429525"/>
                  <a:pt x="256163" y="429525"/>
                  <a:pt x="256458" y="429525"/>
                </a:cubicBezTo>
                <a:cubicBezTo>
                  <a:pt x="260390" y="429523"/>
                  <a:pt x="263916" y="427105"/>
                  <a:pt x="265336" y="423439"/>
                </a:cubicBezTo>
                <a:lnTo>
                  <a:pt x="336554" y="239282"/>
                </a:lnTo>
                <a:cubicBezTo>
                  <a:pt x="336570" y="239233"/>
                  <a:pt x="336624" y="239205"/>
                  <a:pt x="336674" y="239221"/>
                </a:cubicBezTo>
                <a:cubicBezTo>
                  <a:pt x="336703" y="239231"/>
                  <a:pt x="336725" y="239254"/>
                  <a:pt x="336735" y="239282"/>
                </a:cubicBezTo>
                <a:lnTo>
                  <a:pt x="367215" y="353582"/>
                </a:lnTo>
                <a:cubicBezTo>
                  <a:pt x="368573" y="358665"/>
                  <a:pt x="373794" y="361683"/>
                  <a:pt x="378876" y="360325"/>
                </a:cubicBezTo>
                <a:cubicBezTo>
                  <a:pt x="380732" y="359829"/>
                  <a:pt x="382395" y="358784"/>
                  <a:pt x="383646" y="357326"/>
                </a:cubicBezTo>
                <a:lnTo>
                  <a:pt x="437957" y="294070"/>
                </a:lnTo>
                <a:lnTo>
                  <a:pt x="532807" y="294070"/>
                </a:lnTo>
                <a:cubicBezTo>
                  <a:pt x="522422" y="435671"/>
                  <a:pt x="399212" y="542042"/>
                  <a:pt x="257612" y="531657"/>
                </a:cubicBezTo>
                <a:cubicBezTo>
                  <a:pt x="248846" y="531014"/>
                  <a:pt x="240119" y="529922"/>
                  <a:pt x="231465" y="528385"/>
                </a:cubicBezTo>
                <a:cubicBezTo>
                  <a:pt x="196636" y="522475"/>
                  <a:pt x="163475" y="509186"/>
                  <a:pt x="134205" y="489409"/>
                </a:cubicBezTo>
                <a:close/>
                <a:moveTo>
                  <a:pt x="712830" y="711484"/>
                </a:moveTo>
                <a:cubicBezTo>
                  <a:pt x="694265" y="729991"/>
                  <a:pt x="666919" y="732801"/>
                  <a:pt x="651870" y="717733"/>
                </a:cubicBezTo>
                <a:lnTo>
                  <a:pt x="517996" y="583630"/>
                </a:lnTo>
                <a:cubicBezTo>
                  <a:pt x="510768" y="576076"/>
                  <a:pt x="507302" y="565683"/>
                  <a:pt x="508547" y="555303"/>
                </a:cubicBezTo>
                <a:cubicBezTo>
                  <a:pt x="509835" y="542927"/>
                  <a:pt x="515448" y="531402"/>
                  <a:pt x="524397" y="522756"/>
                </a:cubicBezTo>
                <a:cubicBezTo>
                  <a:pt x="542951" y="504239"/>
                  <a:pt x="570297" y="501429"/>
                  <a:pt x="585357" y="516507"/>
                </a:cubicBezTo>
                <a:lnTo>
                  <a:pt x="719240" y="650610"/>
                </a:lnTo>
                <a:cubicBezTo>
                  <a:pt x="726465" y="658166"/>
                  <a:pt x="729931" y="668557"/>
                  <a:pt x="728689" y="678937"/>
                </a:cubicBezTo>
                <a:cubicBezTo>
                  <a:pt x="727397" y="691314"/>
                  <a:pt x="721781" y="702839"/>
                  <a:pt x="712830" y="711484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451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30D9-6BF4-1FFE-A414-9D0DE4D97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FF5DDB-4288-8E4D-A346-C2280555221E}"/>
              </a:ext>
            </a:extLst>
          </p:cNvPr>
          <p:cNvSpPr txBox="1"/>
          <p:nvPr/>
        </p:nvSpPr>
        <p:spPr>
          <a:xfrm>
            <a:off x="532503" y="174880"/>
            <a:ext cx="71343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Why Customers are</a:t>
            </a:r>
          </a:p>
          <a:p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Cancelling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AB3F2-DCEB-55B8-B6CE-CE85C862CBB2}"/>
              </a:ext>
            </a:extLst>
          </p:cNvPr>
          <p:cNvSpPr txBox="1"/>
          <p:nvPr/>
        </p:nvSpPr>
        <p:spPr>
          <a:xfrm>
            <a:off x="532503" y="1485518"/>
            <a:ext cx="4747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The Last Words Before They Leave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5E7291-38E5-58CC-75B2-1826BB6D0748}"/>
              </a:ext>
            </a:extLst>
          </p:cNvPr>
          <p:cNvSpPr/>
          <p:nvPr/>
        </p:nvSpPr>
        <p:spPr>
          <a:xfrm>
            <a:off x="526848" y="1294124"/>
            <a:ext cx="10718775" cy="45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032009D-2318-C25C-8D9A-24533C6F1E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5714183"/>
              </p:ext>
            </p:extLst>
          </p:nvPr>
        </p:nvGraphicFramePr>
        <p:xfrm>
          <a:off x="379829" y="2057399"/>
          <a:ext cx="11521439" cy="4754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9708549"/>
      </p:ext>
    </p:extLst>
  </p:cSld>
  <p:clrMapOvr>
    <a:masterClrMapping/>
  </p:clrMapOvr>
  <p:transition spd="slow" advClick="0" advTm="1000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92428-2D4E-54D4-5023-30D904D0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DB310-C049-AF86-5DC4-22B32880EFC9}"/>
              </a:ext>
            </a:extLst>
          </p:cNvPr>
          <p:cNvSpPr txBox="1"/>
          <p:nvPr/>
        </p:nvSpPr>
        <p:spPr>
          <a:xfrm>
            <a:off x="532503" y="174880"/>
            <a:ext cx="71343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Why Customers are</a:t>
            </a:r>
          </a:p>
          <a:p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Cancelling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39C0D-205C-3F34-E3C8-19C4E364ABF1}"/>
              </a:ext>
            </a:extLst>
          </p:cNvPr>
          <p:cNvSpPr txBox="1"/>
          <p:nvPr/>
        </p:nvSpPr>
        <p:spPr>
          <a:xfrm>
            <a:off x="532503" y="1485518"/>
            <a:ext cx="9600848" cy="403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Breakdown of Cancellation Reasons by Product Category &amp; Complaint 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F05AC-1527-B083-B4F8-B62864C0C4AD}"/>
              </a:ext>
            </a:extLst>
          </p:cNvPr>
          <p:cNvSpPr/>
          <p:nvPr/>
        </p:nvSpPr>
        <p:spPr>
          <a:xfrm>
            <a:off x="526848" y="1294124"/>
            <a:ext cx="10718775" cy="45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B497B3-FD20-3135-3A75-07F52F21A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566572"/>
              </p:ext>
            </p:extLst>
          </p:nvPr>
        </p:nvGraphicFramePr>
        <p:xfrm>
          <a:off x="319311" y="1888761"/>
          <a:ext cx="11553377" cy="4923525"/>
        </p:xfrm>
        <a:graphic>
          <a:graphicData uri="http://schemas.openxmlformats.org/drawingml/2006/table">
            <a:tbl>
              <a:tblPr/>
              <a:tblGrid>
                <a:gridCol w="3649222">
                  <a:extLst>
                    <a:ext uri="{9D8B030D-6E8A-4147-A177-3AD203B41FA5}">
                      <a16:colId xmlns:a16="http://schemas.microsoft.com/office/drawing/2014/main" val="105910294"/>
                    </a:ext>
                  </a:extLst>
                </a:gridCol>
                <a:gridCol w="3021078">
                  <a:extLst>
                    <a:ext uri="{9D8B030D-6E8A-4147-A177-3AD203B41FA5}">
                      <a16:colId xmlns:a16="http://schemas.microsoft.com/office/drawing/2014/main" val="954425314"/>
                    </a:ext>
                  </a:extLst>
                </a:gridCol>
                <a:gridCol w="2938819">
                  <a:extLst>
                    <a:ext uri="{9D8B030D-6E8A-4147-A177-3AD203B41FA5}">
                      <a16:colId xmlns:a16="http://schemas.microsoft.com/office/drawing/2014/main" val="1483361768"/>
                    </a:ext>
                  </a:extLst>
                </a:gridCol>
                <a:gridCol w="1944258">
                  <a:extLst>
                    <a:ext uri="{9D8B030D-6E8A-4147-A177-3AD203B41FA5}">
                      <a16:colId xmlns:a16="http://schemas.microsoft.com/office/drawing/2014/main" val="3511315690"/>
                    </a:ext>
                  </a:extLst>
                </a:gridCol>
              </a:tblGrid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Paired Words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Product_Category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Payment_Method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Frequency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499792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doesn't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19817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requires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218156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doesn't have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213101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outfit requires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Clothing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943168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outfit doesn't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Clothing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800386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issues with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Electronics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311359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contains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048783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more versatile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Clothing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554972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size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40376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smaller than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995525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than expected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274107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packaging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Beauty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317967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dimensions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618366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requires professional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163418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special cleaning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44371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professional installation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420572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available through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548319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counter space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273115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doesn't match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046944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doesn't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273486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requires special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700750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installation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Home &amp; Kitchen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Transfer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299857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poor paper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227376"/>
                  </a:ext>
                </a:extLst>
              </a:tr>
              <a:tr h="19694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paper quality</a:t>
                      </a:r>
                    </a:p>
                  </a:txBody>
                  <a:tcPr marL="8703" marR="8703" marT="8703" marB="0" anchor="b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Books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Card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703" marR="8703" marT="8703" marB="0" anchor="b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393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214086"/>
      </p:ext>
    </p:extLst>
  </p:cSld>
  <p:clrMapOvr>
    <a:masterClrMapping/>
  </p:clrMapOvr>
  <p:transition spd="slow" advClick="0" advTm="100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A5A5-1032-BFE2-0032-B3ED1EFDA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A87F452-AF4D-C8FE-D27E-421D78238C5F}"/>
              </a:ext>
            </a:extLst>
          </p:cNvPr>
          <p:cNvSpPr/>
          <p:nvPr/>
        </p:nvSpPr>
        <p:spPr>
          <a:xfrm>
            <a:off x="6780551" y="427703"/>
            <a:ext cx="5411449" cy="3410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070EA9-CA01-B0AF-843E-67D6298868C1}"/>
              </a:ext>
            </a:extLst>
          </p:cNvPr>
          <p:cNvSpPr/>
          <p:nvPr/>
        </p:nvSpPr>
        <p:spPr>
          <a:xfrm>
            <a:off x="6780550" y="3644278"/>
            <a:ext cx="5411449" cy="2816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408F2C0-B6D5-A8CA-CFAC-59557B3CA45E}"/>
              </a:ext>
            </a:extLst>
          </p:cNvPr>
          <p:cNvSpPr/>
          <p:nvPr/>
        </p:nvSpPr>
        <p:spPr>
          <a:xfrm>
            <a:off x="-16412" y="427703"/>
            <a:ext cx="8555971" cy="6033393"/>
          </a:xfrm>
          <a:custGeom>
            <a:avLst/>
            <a:gdLst>
              <a:gd name="connsiteX0" fmla="*/ 0 w 8555971"/>
              <a:gd name="connsiteY0" fmla="*/ 0 h 3477719"/>
              <a:gd name="connsiteX1" fmla="*/ 8432733 w 8555971"/>
              <a:gd name="connsiteY1" fmla="*/ 0 h 3477719"/>
              <a:gd name="connsiteX2" fmla="*/ 8046617 w 8555971"/>
              <a:gd name="connsiteY2" fmla="*/ 1666023 h 3477719"/>
              <a:gd name="connsiteX3" fmla="*/ 8046263 w 8555971"/>
              <a:gd name="connsiteY3" fmla="*/ 1666928 h 3477719"/>
              <a:gd name="connsiteX4" fmla="*/ 8046395 w 8555971"/>
              <a:gd name="connsiteY4" fmla="*/ 1666980 h 3477719"/>
              <a:gd name="connsiteX5" fmla="*/ 8046264 w 8555971"/>
              <a:gd name="connsiteY5" fmla="*/ 1667543 h 3477719"/>
              <a:gd name="connsiteX6" fmla="*/ 8050141 w 8555971"/>
              <a:gd name="connsiteY6" fmla="*/ 1668442 h 3477719"/>
              <a:gd name="connsiteX7" fmla="*/ 8555971 w 8555971"/>
              <a:gd name="connsiteY7" fmla="*/ 1865864 h 3477719"/>
              <a:gd name="connsiteX8" fmla="*/ 8182409 w 8555971"/>
              <a:gd name="connsiteY8" fmla="*/ 3477719 h 3477719"/>
              <a:gd name="connsiteX9" fmla="*/ 0 w 8555971"/>
              <a:gd name="connsiteY9" fmla="*/ 3477719 h 3477719"/>
              <a:gd name="connsiteX10" fmla="*/ 0 w 8555971"/>
              <a:gd name="connsiteY10" fmla="*/ 0 h 34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55971" h="3477719">
                <a:moveTo>
                  <a:pt x="0" y="0"/>
                </a:moveTo>
                <a:lnTo>
                  <a:pt x="8432733" y="0"/>
                </a:lnTo>
                <a:lnTo>
                  <a:pt x="8046617" y="1666023"/>
                </a:lnTo>
                <a:lnTo>
                  <a:pt x="8046263" y="1666928"/>
                </a:lnTo>
                <a:lnTo>
                  <a:pt x="8046395" y="1666980"/>
                </a:lnTo>
                <a:lnTo>
                  <a:pt x="8046264" y="1667543"/>
                </a:lnTo>
                <a:lnTo>
                  <a:pt x="8050141" y="1668442"/>
                </a:lnTo>
                <a:lnTo>
                  <a:pt x="8555971" y="1865864"/>
                </a:lnTo>
                <a:lnTo>
                  <a:pt x="8182409" y="3477719"/>
                </a:lnTo>
                <a:lnTo>
                  <a:pt x="0" y="347771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12" name="Graphic 51" descr="Comment Important outline">
            <a:extLst>
              <a:ext uri="{FF2B5EF4-FFF2-40B4-BE49-F238E27FC236}">
                <a16:creationId xmlns:a16="http://schemas.microsoft.com/office/drawing/2014/main" id="{3E879100-F185-3ED6-B45C-70AF60FF77A0}"/>
              </a:ext>
            </a:extLst>
          </p:cNvPr>
          <p:cNvGrpSpPr/>
          <p:nvPr/>
        </p:nvGrpSpPr>
        <p:grpSpPr>
          <a:xfrm>
            <a:off x="10026650" y="2609011"/>
            <a:ext cx="642266" cy="411843"/>
            <a:chOff x="6613898" y="1060888"/>
            <a:chExt cx="647703" cy="590664"/>
          </a:xfrm>
          <a:solidFill>
            <a:schemeClr val="bg1">
              <a:lumMod val="7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6BDD531-7484-3935-B1A6-E73609F9032B}"/>
                </a:ext>
              </a:extLst>
            </p:cNvPr>
            <p:cNvSpPr/>
            <p:nvPr/>
          </p:nvSpPr>
          <p:spPr>
            <a:xfrm>
              <a:off x="6613898" y="1060888"/>
              <a:ext cx="647703" cy="590664"/>
            </a:xfrm>
            <a:custGeom>
              <a:avLst/>
              <a:gdLst>
                <a:gd name="connsiteX0" fmla="*/ 615316 w 647703"/>
                <a:gd name="connsiteY0" fmla="*/ 0 h 590664"/>
                <a:gd name="connsiteX1" fmla="*/ 32386 w 647703"/>
                <a:gd name="connsiteY1" fmla="*/ 0 h 590664"/>
                <a:gd name="connsiteX2" fmla="*/ 1 w 647703"/>
                <a:gd name="connsiteY2" fmla="*/ 32385 h 590664"/>
                <a:gd name="connsiteX3" fmla="*/ 1 w 647703"/>
                <a:gd name="connsiteY3" fmla="*/ 425882 h 590664"/>
                <a:gd name="connsiteX4" fmla="*/ 31851 w 647703"/>
                <a:gd name="connsiteY4" fmla="*/ 458267 h 590664"/>
                <a:gd name="connsiteX5" fmla="*/ 32386 w 647703"/>
                <a:gd name="connsiteY5" fmla="*/ 458267 h 590664"/>
                <a:gd name="connsiteX6" fmla="*/ 388621 w 647703"/>
                <a:gd name="connsiteY6" fmla="*/ 458267 h 590664"/>
                <a:gd name="connsiteX7" fmla="*/ 518161 w 647703"/>
                <a:gd name="connsiteY7" fmla="*/ 590664 h 590664"/>
                <a:gd name="connsiteX8" fmla="*/ 518161 w 647703"/>
                <a:gd name="connsiteY8" fmla="*/ 459219 h 590664"/>
                <a:gd name="connsiteX9" fmla="*/ 615316 w 647703"/>
                <a:gd name="connsiteY9" fmla="*/ 459219 h 590664"/>
                <a:gd name="connsiteX10" fmla="*/ 647701 w 647703"/>
                <a:gd name="connsiteY10" fmla="*/ 426834 h 590664"/>
                <a:gd name="connsiteX11" fmla="*/ 647701 w 647703"/>
                <a:gd name="connsiteY11" fmla="*/ 33347 h 590664"/>
                <a:gd name="connsiteX12" fmla="*/ 615316 w 647703"/>
                <a:gd name="connsiteY12" fmla="*/ 0 h 590664"/>
                <a:gd name="connsiteX13" fmla="*/ 628651 w 647703"/>
                <a:gd name="connsiteY13" fmla="*/ 426834 h 590664"/>
                <a:gd name="connsiteX14" fmla="*/ 615316 w 647703"/>
                <a:gd name="connsiteY14" fmla="*/ 440169 h 590664"/>
                <a:gd name="connsiteX15" fmla="*/ 499111 w 647703"/>
                <a:gd name="connsiteY15" fmla="*/ 440169 h 590664"/>
                <a:gd name="connsiteX16" fmla="*/ 499111 w 647703"/>
                <a:gd name="connsiteY16" fmla="*/ 543992 h 590664"/>
                <a:gd name="connsiteX17" fmla="*/ 402261 w 647703"/>
                <a:gd name="connsiteY17" fmla="*/ 444960 h 590664"/>
                <a:gd name="connsiteX18" fmla="*/ 396651 w 647703"/>
                <a:gd name="connsiteY18" fmla="*/ 439245 h 590664"/>
                <a:gd name="connsiteX19" fmla="*/ 32386 w 647703"/>
                <a:gd name="connsiteY19" fmla="*/ 439245 h 590664"/>
                <a:gd name="connsiteX20" fmla="*/ 19051 w 647703"/>
                <a:gd name="connsiteY20" fmla="*/ 426489 h 590664"/>
                <a:gd name="connsiteX21" fmla="*/ 19051 w 647703"/>
                <a:gd name="connsiteY21" fmla="*/ 425910 h 590664"/>
                <a:gd name="connsiteX22" fmla="*/ 19051 w 647703"/>
                <a:gd name="connsiteY22" fmla="*/ 32395 h 590664"/>
                <a:gd name="connsiteX23" fmla="*/ 32386 w 647703"/>
                <a:gd name="connsiteY23" fmla="*/ 19060 h 590664"/>
                <a:gd name="connsiteX24" fmla="*/ 615316 w 647703"/>
                <a:gd name="connsiteY24" fmla="*/ 19060 h 590664"/>
                <a:gd name="connsiteX25" fmla="*/ 628651 w 647703"/>
                <a:gd name="connsiteY25" fmla="*/ 33347 h 5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7703" h="590664">
                  <a:moveTo>
                    <a:pt x="615316" y="0"/>
                  </a:moveTo>
                  <a:lnTo>
                    <a:pt x="32386" y="0"/>
                  </a:lnTo>
                  <a:cubicBezTo>
                    <a:pt x="14578" y="186"/>
                    <a:pt x="187" y="14577"/>
                    <a:pt x="1" y="32385"/>
                  </a:cubicBezTo>
                  <a:lnTo>
                    <a:pt x="1" y="425882"/>
                  </a:lnTo>
                  <a:cubicBezTo>
                    <a:pt x="-147" y="443619"/>
                    <a:pt x="14112" y="458119"/>
                    <a:pt x="31851" y="458267"/>
                  </a:cubicBezTo>
                  <a:cubicBezTo>
                    <a:pt x="32029" y="458268"/>
                    <a:pt x="32208" y="458268"/>
                    <a:pt x="32386" y="458267"/>
                  </a:cubicBezTo>
                  <a:lnTo>
                    <a:pt x="388621" y="458267"/>
                  </a:lnTo>
                  <a:lnTo>
                    <a:pt x="518161" y="590664"/>
                  </a:lnTo>
                  <a:lnTo>
                    <a:pt x="518161" y="459219"/>
                  </a:lnTo>
                  <a:lnTo>
                    <a:pt x="615316" y="459219"/>
                  </a:lnTo>
                  <a:cubicBezTo>
                    <a:pt x="633124" y="459034"/>
                    <a:pt x="647515" y="444642"/>
                    <a:pt x="647701" y="426834"/>
                  </a:cubicBezTo>
                  <a:lnTo>
                    <a:pt x="647701" y="33347"/>
                  </a:lnTo>
                  <a:cubicBezTo>
                    <a:pt x="647929" y="15210"/>
                    <a:pt x="633452" y="303"/>
                    <a:pt x="615316" y="0"/>
                  </a:cubicBezTo>
                  <a:close/>
                  <a:moveTo>
                    <a:pt x="628651" y="426834"/>
                  </a:moveTo>
                  <a:cubicBezTo>
                    <a:pt x="628461" y="434119"/>
                    <a:pt x="622601" y="439979"/>
                    <a:pt x="615316" y="440169"/>
                  </a:cubicBezTo>
                  <a:lnTo>
                    <a:pt x="499111" y="440169"/>
                  </a:lnTo>
                  <a:lnTo>
                    <a:pt x="499111" y="543992"/>
                  </a:lnTo>
                  <a:lnTo>
                    <a:pt x="402261" y="444960"/>
                  </a:lnTo>
                  <a:lnTo>
                    <a:pt x="396651" y="439245"/>
                  </a:lnTo>
                  <a:lnTo>
                    <a:pt x="32386" y="439245"/>
                  </a:lnTo>
                  <a:cubicBezTo>
                    <a:pt x="25181" y="439405"/>
                    <a:pt x="19211" y="433693"/>
                    <a:pt x="19051" y="426489"/>
                  </a:cubicBezTo>
                  <a:cubicBezTo>
                    <a:pt x="19047" y="426295"/>
                    <a:pt x="19047" y="426103"/>
                    <a:pt x="19051" y="425910"/>
                  </a:cubicBezTo>
                  <a:lnTo>
                    <a:pt x="19051" y="32395"/>
                  </a:lnTo>
                  <a:cubicBezTo>
                    <a:pt x="19242" y="25110"/>
                    <a:pt x="25101" y="19250"/>
                    <a:pt x="32386" y="19060"/>
                  </a:cubicBezTo>
                  <a:lnTo>
                    <a:pt x="615316" y="19060"/>
                  </a:lnTo>
                  <a:cubicBezTo>
                    <a:pt x="622934" y="19344"/>
                    <a:pt x="628892" y="25728"/>
                    <a:pt x="628651" y="33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6E6A02-0C27-2070-FC58-16424F0D372D}"/>
                </a:ext>
              </a:extLst>
            </p:cNvPr>
            <p:cNvSpPr/>
            <p:nvPr/>
          </p:nvSpPr>
          <p:spPr>
            <a:xfrm>
              <a:off x="6927043" y="1156091"/>
              <a:ext cx="21431" cy="200025"/>
            </a:xfrm>
            <a:custGeom>
              <a:avLst/>
              <a:gdLst>
                <a:gd name="connsiteX0" fmla="*/ 0 w 21431"/>
                <a:gd name="connsiteY0" fmla="*/ 0 h 200025"/>
                <a:gd name="connsiteX1" fmla="*/ 21431 w 21431"/>
                <a:gd name="connsiteY1" fmla="*/ 0 h 200025"/>
                <a:gd name="connsiteX2" fmla="*/ 21431 w 21431"/>
                <a:gd name="connsiteY2" fmla="*/ 200025 h 200025"/>
                <a:gd name="connsiteX3" fmla="*/ 0 w 21431"/>
                <a:gd name="connsiteY3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200025">
                  <a:moveTo>
                    <a:pt x="0" y="0"/>
                  </a:moveTo>
                  <a:lnTo>
                    <a:pt x="21431" y="0"/>
                  </a:lnTo>
                  <a:lnTo>
                    <a:pt x="21431" y="200025"/>
                  </a:lnTo>
                  <a:lnTo>
                    <a:pt x="0" y="200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2F3253-335B-C8C4-29F4-7C7578B8E0A0}"/>
                </a:ext>
              </a:extLst>
            </p:cNvPr>
            <p:cNvSpPr/>
            <p:nvPr/>
          </p:nvSpPr>
          <p:spPr>
            <a:xfrm>
              <a:off x="6918700" y="138707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" name="Graphic 47" descr="Envelope outline">
            <a:extLst>
              <a:ext uri="{FF2B5EF4-FFF2-40B4-BE49-F238E27FC236}">
                <a16:creationId xmlns:a16="http://schemas.microsoft.com/office/drawing/2014/main" id="{354BB9D9-8770-D31F-7B07-C5CB14C7E79F}"/>
              </a:ext>
            </a:extLst>
          </p:cNvPr>
          <p:cNvSpPr/>
          <p:nvPr/>
        </p:nvSpPr>
        <p:spPr>
          <a:xfrm>
            <a:off x="11046674" y="1391912"/>
            <a:ext cx="534213" cy="325767"/>
          </a:xfrm>
          <a:custGeom>
            <a:avLst/>
            <a:gdLst>
              <a:gd name="connsiteX0" fmla="*/ 0 w 723900"/>
              <a:gd name="connsiteY0" fmla="*/ 0 h 514350"/>
              <a:gd name="connsiteX1" fmla="*/ 0 w 723900"/>
              <a:gd name="connsiteY1" fmla="*/ 514350 h 514350"/>
              <a:gd name="connsiteX2" fmla="*/ 723900 w 723900"/>
              <a:gd name="connsiteY2" fmla="*/ 514350 h 514350"/>
              <a:gd name="connsiteX3" fmla="*/ 723900 w 723900"/>
              <a:gd name="connsiteY3" fmla="*/ 0 h 514350"/>
              <a:gd name="connsiteX4" fmla="*/ 382162 w 723900"/>
              <a:gd name="connsiteY4" fmla="*/ 328270 h 514350"/>
              <a:gd name="connsiteX5" fmla="*/ 341738 w 723900"/>
              <a:gd name="connsiteY5" fmla="*/ 328270 h 514350"/>
              <a:gd name="connsiteX6" fmla="*/ 32680 w 723900"/>
              <a:gd name="connsiteY6" fmla="*/ 19212 h 514350"/>
              <a:gd name="connsiteX7" fmla="*/ 32681 w 723900"/>
              <a:gd name="connsiteY7" fmla="*/ 19078 h 514350"/>
              <a:gd name="connsiteX8" fmla="*/ 32747 w 723900"/>
              <a:gd name="connsiteY8" fmla="*/ 19050 h 514350"/>
              <a:gd name="connsiteX9" fmla="*/ 691153 w 723900"/>
              <a:gd name="connsiteY9" fmla="*/ 19050 h 514350"/>
              <a:gd name="connsiteX10" fmla="*/ 691247 w 723900"/>
              <a:gd name="connsiteY10" fmla="*/ 19146 h 514350"/>
              <a:gd name="connsiteX11" fmla="*/ 691220 w 723900"/>
              <a:gd name="connsiteY11" fmla="*/ 19212 h 514350"/>
              <a:gd name="connsiteX12" fmla="*/ 243707 w 723900"/>
              <a:gd name="connsiteY12" fmla="*/ 257175 h 514350"/>
              <a:gd name="connsiteX13" fmla="*/ 19212 w 723900"/>
              <a:gd name="connsiteY13" fmla="*/ 481670 h 514350"/>
              <a:gd name="connsiteX14" fmla="*/ 19078 w 723900"/>
              <a:gd name="connsiteY14" fmla="*/ 481669 h 514350"/>
              <a:gd name="connsiteX15" fmla="*/ 19050 w 723900"/>
              <a:gd name="connsiteY15" fmla="*/ 481603 h 514350"/>
              <a:gd name="connsiteX16" fmla="*/ 19050 w 723900"/>
              <a:gd name="connsiteY16" fmla="*/ 32747 h 514350"/>
              <a:gd name="connsiteX17" fmla="*/ 19146 w 723900"/>
              <a:gd name="connsiteY17" fmla="*/ 32653 h 514350"/>
              <a:gd name="connsiteX18" fmla="*/ 19212 w 723900"/>
              <a:gd name="connsiteY18" fmla="*/ 32680 h 514350"/>
              <a:gd name="connsiteX19" fmla="*/ 257175 w 723900"/>
              <a:gd name="connsiteY19" fmla="*/ 270643 h 514350"/>
              <a:gd name="connsiteX20" fmla="*/ 328270 w 723900"/>
              <a:gd name="connsiteY20" fmla="*/ 341738 h 514350"/>
              <a:gd name="connsiteX21" fmla="*/ 395622 w 723900"/>
              <a:gd name="connsiteY21" fmla="*/ 341747 h 514350"/>
              <a:gd name="connsiteX22" fmla="*/ 395630 w 723900"/>
              <a:gd name="connsiteY22" fmla="*/ 341738 h 514350"/>
              <a:gd name="connsiteX23" fmla="*/ 466725 w 723900"/>
              <a:gd name="connsiteY23" fmla="*/ 270643 h 514350"/>
              <a:gd name="connsiteX24" fmla="*/ 691220 w 723900"/>
              <a:gd name="connsiteY24" fmla="*/ 495138 h 514350"/>
              <a:gd name="connsiteX25" fmla="*/ 691219 w 723900"/>
              <a:gd name="connsiteY25" fmla="*/ 495272 h 514350"/>
              <a:gd name="connsiteX26" fmla="*/ 691153 w 723900"/>
              <a:gd name="connsiteY26" fmla="*/ 495300 h 514350"/>
              <a:gd name="connsiteX27" fmla="*/ 32747 w 723900"/>
              <a:gd name="connsiteY27" fmla="*/ 495300 h 514350"/>
              <a:gd name="connsiteX28" fmla="*/ 32653 w 723900"/>
              <a:gd name="connsiteY28" fmla="*/ 495204 h 514350"/>
              <a:gd name="connsiteX29" fmla="*/ 32680 w 723900"/>
              <a:gd name="connsiteY29" fmla="*/ 495138 h 514350"/>
              <a:gd name="connsiteX30" fmla="*/ 480193 w 723900"/>
              <a:gd name="connsiteY30" fmla="*/ 257175 h 514350"/>
              <a:gd name="connsiteX31" fmla="*/ 704688 w 723900"/>
              <a:gd name="connsiteY31" fmla="*/ 32680 h 514350"/>
              <a:gd name="connsiteX32" fmla="*/ 704822 w 723900"/>
              <a:gd name="connsiteY32" fmla="*/ 32681 h 514350"/>
              <a:gd name="connsiteX33" fmla="*/ 704850 w 723900"/>
              <a:gd name="connsiteY33" fmla="*/ 32747 h 514350"/>
              <a:gd name="connsiteX34" fmla="*/ 704850 w 723900"/>
              <a:gd name="connsiteY34" fmla="*/ 481603 h 514350"/>
              <a:gd name="connsiteX35" fmla="*/ 704754 w 723900"/>
              <a:gd name="connsiteY35" fmla="*/ 481697 h 514350"/>
              <a:gd name="connsiteX36" fmla="*/ 704688 w 723900"/>
              <a:gd name="connsiteY36" fmla="*/ 48167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23900" h="514350">
                <a:moveTo>
                  <a:pt x="0" y="0"/>
                </a:moveTo>
                <a:lnTo>
                  <a:pt x="0" y="514350"/>
                </a:lnTo>
                <a:lnTo>
                  <a:pt x="723900" y="514350"/>
                </a:lnTo>
                <a:lnTo>
                  <a:pt x="723900" y="0"/>
                </a:lnTo>
                <a:close/>
                <a:moveTo>
                  <a:pt x="382162" y="328270"/>
                </a:moveTo>
                <a:cubicBezTo>
                  <a:pt x="370980" y="339385"/>
                  <a:pt x="352920" y="339385"/>
                  <a:pt x="341738" y="328270"/>
                </a:cubicBezTo>
                <a:lnTo>
                  <a:pt x="32680" y="19212"/>
                </a:lnTo>
                <a:cubicBezTo>
                  <a:pt x="32643" y="19175"/>
                  <a:pt x="32644" y="19114"/>
                  <a:pt x="32681" y="19078"/>
                </a:cubicBezTo>
                <a:cubicBezTo>
                  <a:pt x="32699" y="19060"/>
                  <a:pt x="32722" y="19050"/>
                  <a:pt x="32747" y="19050"/>
                </a:cubicBezTo>
                <a:lnTo>
                  <a:pt x="691153" y="19050"/>
                </a:lnTo>
                <a:cubicBezTo>
                  <a:pt x="691205" y="19051"/>
                  <a:pt x="691247" y="19094"/>
                  <a:pt x="691247" y="19146"/>
                </a:cubicBezTo>
                <a:cubicBezTo>
                  <a:pt x="691246" y="19171"/>
                  <a:pt x="691237" y="19195"/>
                  <a:pt x="691220" y="19212"/>
                </a:cubicBezTo>
                <a:close/>
                <a:moveTo>
                  <a:pt x="243707" y="257175"/>
                </a:moveTo>
                <a:lnTo>
                  <a:pt x="19212" y="481670"/>
                </a:lnTo>
                <a:cubicBezTo>
                  <a:pt x="19175" y="481707"/>
                  <a:pt x="19114" y="481706"/>
                  <a:pt x="19078" y="481669"/>
                </a:cubicBezTo>
                <a:cubicBezTo>
                  <a:pt x="19060" y="481651"/>
                  <a:pt x="19050" y="481628"/>
                  <a:pt x="19050" y="481603"/>
                </a:cubicBezTo>
                <a:lnTo>
                  <a:pt x="19050" y="32747"/>
                </a:lnTo>
                <a:cubicBezTo>
                  <a:pt x="19051" y="32695"/>
                  <a:pt x="19094" y="32653"/>
                  <a:pt x="19146" y="32653"/>
                </a:cubicBezTo>
                <a:cubicBezTo>
                  <a:pt x="19171" y="32654"/>
                  <a:pt x="19195" y="32663"/>
                  <a:pt x="19212" y="32680"/>
                </a:cubicBezTo>
                <a:close/>
                <a:moveTo>
                  <a:pt x="257175" y="270643"/>
                </a:moveTo>
                <a:lnTo>
                  <a:pt x="328270" y="341738"/>
                </a:lnTo>
                <a:cubicBezTo>
                  <a:pt x="346866" y="360339"/>
                  <a:pt x="377020" y="360343"/>
                  <a:pt x="395622" y="341747"/>
                </a:cubicBezTo>
                <a:cubicBezTo>
                  <a:pt x="395625" y="341744"/>
                  <a:pt x="395628" y="341741"/>
                  <a:pt x="395630" y="341738"/>
                </a:cubicBezTo>
                <a:lnTo>
                  <a:pt x="466725" y="270643"/>
                </a:lnTo>
                <a:lnTo>
                  <a:pt x="691220" y="495138"/>
                </a:lnTo>
                <a:cubicBezTo>
                  <a:pt x="691257" y="495175"/>
                  <a:pt x="691256" y="495236"/>
                  <a:pt x="691219" y="495272"/>
                </a:cubicBezTo>
                <a:cubicBezTo>
                  <a:pt x="691201" y="495290"/>
                  <a:pt x="691178" y="495300"/>
                  <a:pt x="691153" y="495300"/>
                </a:cubicBezTo>
                <a:lnTo>
                  <a:pt x="32747" y="495300"/>
                </a:lnTo>
                <a:cubicBezTo>
                  <a:pt x="32695" y="495299"/>
                  <a:pt x="32653" y="495256"/>
                  <a:pt x="32653" y="495204"/>
                </a:cubicBezTo>
                <a:cubicBezTo>
                  <a:pt x="32654" y="495179"/>
                  <a:pt x="32663" y="495155"/>
                  <a:pt x="32680" y="495138"/>
                </a:cubicBezTo>
                <a:close/>
                <a:moveTo>
                  <a:pt x="480193" y="257175"/>
                </a:moveTo>
                <a:lnTo>
                  <a:pt x="704688" y="32680"/>
                </a:lnTo>
                <a:cubicBezTo>
                  <a:pt x="704725" y="32643"/>
                  <a:pt x="704786" y="32644"/>
                  <a:pt x="704822" y="32681"/>
                </a:cubicBezTo>
                <a:cubicBezTo>
                  <a:pt x="704840" y="32699"/>
                  <a:pt x="704850" y="32722"/>
                  <a:pt x="704850" y="32747"/>
                </a:cubicBezTo>
                <a:lnTo>
                  <a:pt x="704850" y="481603"/>
                </a:lnTo>
                <a:cubicBezTo>
                  <a:pt x="704849" y="481655"/>
                  <a:pt x="704806" y="481697"/>
                  <a:pt x="704754" y="481697"/>
                </a:cubicBezTo>
                <a:cubicBezTo>
                  <a:pt x="704729" y="481696"/>
                  <a:pt x="704705" y="481687"/>
                  <a:pt x="704688" y="48167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55" descr="Bar graph with downward trend outline">
            <a:extLst>
              <a:ext uri="{FF2B5EF4-FFF2-40B4-BE49-F238E27FC236}">
                <a16:creationId xmlns:a16="http://schemas.microsoft.com/office/drawing/2014/main" id="{B4B389CE-0AC5-D112-838E-DA162A5A34B9}"/>
              </a:ext>
            </a:extLst>
          </p:cNvPr>
          <p:cNvGrpSpPr/>
          <p:nvPr/>
        </p:nvGrpSpPr>
        <p:grpSpPr>
          <a:xfrm>
            <a:off x="9267385" y="1270534"/>
            <a:ext cx="504490" cy="511769"/>
            <a:chOff x="6904375" y="1341791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B456CEA-0BBD-B4A0-5D19-29C156BDC90F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42A769F-D035-6017-7CE4-09D5787121F8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ACA83BD-E1A5-9CFD-716B-93556821CCC6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5DAC607-7498-3E3C-0778-EFB7EFBE912A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0E52C58-8EF4-1128-4B58-BB790D3D1A90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3" name="Graphic 45" descr="Chat bubble outline">
            <a:extLst>
              <a:ext uri="{FF2B5EF4-FFF2-40B4-BE49-F238E27FC236}">
                <a16:creationId xmlns:a16="http://schemas.microsoft.com/office/drawing/2014/main" id="{316D7805-86C3-44C3-06B1-35877B27187A}"/>
              </a:ext>
            </a:extLst>
          </p:cNvPr>
          <p:cNvGrpSpPr/>
          <p:nvPr/>
        </p:nvGrpSpPr>
        <p:grpSpPr>
          <a:xfrm>
            <a:off x="9357141" y="4193996"/>
            <a:ext cx="616327" cy="426845"/>
            <a:chOff x="6163900" y="610841"/>
            <a:chExt cx="647700" cy="590550"/>
          </a:xfrm>
          <a:solidFill>
            <a:schemeClr val="bg1">
              <a:lumMod val="7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8287D9A-61FB-77A2-4561-572DF3822676}"/>
                </a:ext>
              </a:extLst>
            </p:cNvPr>
            <p:cNvSpPr/>
            <p:nvPr/>
          </p:nvSpPr>
          <p:spPr>
            <a:xfrm>
              <a:off x="6163900" y="610841"/>
              <a:ext cx="647700" cy="590550"/>
            </a:xfrm>
            <a:custGeom>
              <a:avLst/>
              <a:gdLst>
                <a:gd name="connsiteX0" fmla="*/ 609600 w 647700"/>
                <a:gd name="connsiteY0" fmla="*/ 19050 h 590550"/>
                <a:gd name="connsiteX1" fmla="*/ 628650 w 647700"/>
                <a:gd name="connsiteY1" fmla="*/ 38100 h 590550"/>
                <a:gd name="connsiteX2" fmla="*/ 628650 w 647700"/>
                <a:gd name="connsiteY2" fmla="*/ 419100 h 590550"/>
                <a:gd name="connsiteX3" fmla="*/ 609600 w 647700"/>
                <a:gd name="connsiteY3" fmla="*/ 438150 h 590550"/>
                <a:gd name="connsiteX4" fmla="*/ 495300 w 647700"/>
                <a:gd name="connsiteY4" fmla="*/ 438150 h 590550"/>
                <a:gd name="connsiteX5" fmla="*/ 495300 w 647700"/>
                <a:gd name="connsiteY5" fmla="*/ 544563 h 590550"/>
                <a:gd name="connsiteX6" fmla="*/ 399231 w 647700"/>
                <a:gd name="connsiteY6" fmla="*/ 448494 h 590550"/>
                <a:gd name="connsiteX7" fmla="*/ 393649 w 647700"/>
                <a:gd name="connsiteY7" fmla="*/ 442913 h 590550"/>
                <a:gd name="connsiteX8" fmla="*/ 38100 w 647700"/>
                <a:gd name="connsiteY8" fmla="*/ 442913 h 590550"/>
                <a:gd name="connsiteX9" fmla="*/ 19050 w 647700"/>
                <a:gd name="connsiteY9" fmla="*/ 423863 h 590550"/>
                <a:gd name="connsiteX10" fmla="*/ 19050 w 647700"/>
                <a:gd name="connsiteY10" fmla="*/ 38100 h 590550"/>
                <a:gd name="connsiteX11" fmla="*/ 38100 w 647700"/>
                <a:gd name="connsiteY11" fmla="*/ 19050 h 590550"/>
                <a:gd name="connsiteX12" fmla="*/ 609600 w 647700"/>
                <a:gd name="connsiteY12" fmla="*/ 19050 h 590550"/>
                <a:gd name="connsiteX13" fmla="*/ 609600 w 647700"/>
                <a:gd name="connsiteY13" fmla="*/ 0 h 590550"/>
                <a:gd name="connsiteX14" fmla="*/ 38100 w 647700"/>
                <a:gd name="connsiteY14" fmla="*/ 0 h 590550"/>
                <a:gd name="connsiteX15" fmla="*/ 0 w 647700"/>
                <a:gd name="connsiteY15" fmla="*/ 38100 h 590550"/>
                <a:gd name="connsiteX16" fmla="*/ 0 w 647700"/>
                <a:gd name="connsiteY16" fmla="*/ 423863 h 590550"/>
                <a:gd name="connsiteX17" fmla="*/ 38100 w 647700"/>
                <a:gd name="connsiteY17" fmla="*/ 461963 h 590550"/>
                <a:gd name="connsiteX18" fmla="*/ 385763 w 647700"/>
                <a:gd name="connsiteY18" fmla="*/ 461963 h 590550"/>
                <a:gd name="connsiteX19" fmla="*/ 514350 w 647700"/>
                <a:gd name="connsiteY19" fmla="*/ 590550 h 590550"/>
                <a:gd name="connsiteX20" fmla="*/ 514350 w 647700"/>
                <a:gd name="connsiteY20" fmla="*/ 457200 h 590550"/>
                <a:gd name="connsiteX21" fmla="*/ 609600 w 647700"/>
                <a:gd name="connsiteY21" fmla="*/ 457200 h 590550"/>
                <a:gd name="connsiteX22" fmla="*/ 647700 w 647700"/>
                <a:gd name="connsiteY22" fmla="*/ 419100 h 590550"/>
                <a:gd name="connsiteX23" fmla="*/ 647700 w 647700"/>
                <a:gd name="connsiteY23" fmla="*/ 38100 h 590550"/>
                <a:gd name="connsiteX24" fmla="*/ 609600 w 647700"/>
                <a:gd name="connsiteY2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7700" h="590550">
                  <a:moveTo>
                    <a:pt x="609600" y="19050"/>
                  </a:moveTo>
                  <a:cubicBezTo>
                    <a:pt x="620121" y="19050"/>
                    <a:pt x="628650" y="27579"/>
                    <a:pt x="628650" y="38100"/>
                  </a:cubicBezTo>
                  <a:lnTo>
                    <a:pt x="628650" y="419100"/>
                  </a:lnTo>
                  <a:cubicBezTo>
                    <a:pt x="628650" y="429621"/>
                    <a:pt x="620121" y="438150"/>
                    <a:pt x="609600" y="438150"/>
                  </a:cubicBezTo>
                  <a:lnTo>
                    <a:pt x="495300" y="438150"/>
                  </a:lnTo>
                  <a:lnTo>
                    <a:pt x="495300" y="544563"/>
                  </a:lnTo>
                  <a:lnTo>
                    <a:pt x="399231" y="448494"/>
                  </a:lnTo>
                  <a:lnTo>
                    <a:pt x="393649" y="442913"/>
                  </a:lnTo>
                  <a:lnTo>
                    <a:pt x="38100" y="442913"/>
                  </a:lnTo>
                  <a:cubicBezTo>
                    <a:pt x="27579" y="442913"/>
                    <a:pt x="19050" y="434384"/>
                    <a:pt x="19050" y="423863"/>
                  </a:cubicBezTo>
                  <a:lnTo>
                    <a:pt x="19050" y="38100"/>
                  </a:lnTo>
                  <a:cubicBezTo>
                    <a:pt x="19050" y="27579"/>
                    <a:pt x="27579" y="19050"/>
                    <a:pt x="38100" y="19050"/>
                  </a:cubicBezTo>
                  <a:lnTo>
                    <a:pt x="609600" y="19050"/>
                  </a:lnTo>
                  <a:moveTo>
                    <a:pt x="609600" y="0"/>
                  </a:moveTo>
                  <a:lnTo>
                    <a:pt x="38100" y="0"/>
                  </a:lnTo>
                  <a:cubicBezTo>
                    <a:pt x="17058" y="0"/>
                    <a:pt x="0" y="17058"/>
                    <a:pt x="0" y="38100"/>
                  </a:cubicBezTo>
                  <a:lnTo>
                    <a:pt x="0" y="423863"/>
                  </a:lnTo>
                  <a:cubicBezTo>
                    <a:pt x="0" y="444904"/>
                    <a:pt x="17058" y="461963"/>
                    <a:pt x="38100" y="461963"/>
                  </a:cubicBezTo>
                  <a:lnTo>
                    <a:pt x="385763" y="461963"/>
                  </a:lnTo>
                  <a:lnTo>
                    <a:pt x="514350" y="590550"/>
                  </a:lnTo>
                  <a:lnTo>
                    <a:pt x="514350" y="457200"/>
                  </a:lnTo>
                  <a:lnTo>
                    <a:pt x="609600" y="457200"/>
                  </a:lnTo>
                  <a:cubicBezTo>
                    <a:pt x="630642" y="457200"/>
                    <a:pt x="647700" y="440142"/>
                    <a:pt x="647700" y="419100"/>
                  </a:cubicBezTo>
                  <a:lnTo>
                    <a:pt x="647700" y="38100"/>
                  </a:lnTo>
                  <a:cubicBezTo>
                    <a:pt x="647700" y="17058"/>
                    <a:pt x="630642" y="0"/>
                    <a:pt x="60960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E76C935-E258-BA1A-6D2E-BD152D4FF21D}"/>
                </a:ext>
              </a:extLst>
            </p:cNvPr>
            <p:cNvSpPr/>
            <p:nvPr/>
          </p:nvSpPr>
          <p:spPr>
            <a:xfrm>
              <a:off x="66115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CD64F19-A7A9-09DA-5143-A7EA749ECA03}"/>
                </a:ext>
              </a:extLst>
            </p:cNvPr>
            <p:cNvSpPr/>
            <p:nvPr/>
          </p:nvSpPr>
          <p:spPr>
            <a:xfrm>
              <a:off x="64591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149A7EF-0003-7964-88B9-1D28936FF813}"/>
                </a:ext>
              </a:extLst>
            </p:cNvPr>
            <p:cNvSpPr/>
            <p:nvPr/>
          </p:nvSpPr>
          <p:spPr>
            <a:xfrm>
              <a:off x="63067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aphic 53" descr="Alarm clock outline">
            <a:extLst>
              <a:ext uri="{FF2B5EF4-FFF2-40B4-BE49-F238E27FC236}">
                <a16:creationId xmlns:a16="http://schemas.microsoft.com/office/drawing/2014/main" id="{C566938F-4151-D621-E4AC-1815E0642145}"/>
              </a:ext>
            </a:extLst>
          </p:cNvPr>
          <p:cNvGrpSpPr/>
          <p:nvPr/>
        </p:nvGrpSpPr>
        <p:grpSpPr>
          <a:xfrm>
            <a:off x="10210409" y="5041480"/>
            <a:ext cx="557815" cy="538628"/>
            <a:chOff x="6768549" y="1187275"/>
            <a:chExt cx="638162" cy="638436"/>
          </a:xfrm>
          <a:solidFill>
            <a:schemeClr val="bg1">
              <a:lumMod val="75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F5A6D0A-9AC4-7C13-6958-BCCDA90E455E}"/>
                </a:ext>
              </a:extLst>
            </p:cNvPr>
            <p:cNvSpPr/>
            <p:nvPr/>
          </p:nvSpPr>
          <p:spPr>
            <a:xfrm>
              <a:off x="6925710" y="1377776"/>
              <a:ext cx="171173" cy="171450"/>
            </a:xfrm>
            <a:custGeom>
              <a:avLst/>
              <a:gdLst>
                <a:gd name="connsiteX0" fmla="*/ 161649 w 171173"/>
                <a:gd name="connsiteY0" fmla="*/ 0 h 171450"/>
                <a:gd name="connsiteX1" fmla="*/ 152124 w 171173"/>
                <a:gd name="connsiteY1" fmla="*/ 9525 h 171450"/>
                <a:gd name="connsiteX2" fmla="*/ 152124 w 171173"/>
                <a:gd name="connsiteY2" fmla="*/ 152400 h 171450"/>
                <a:gd name="connsiteX3" fmla="*/ 9525 w 171173"/>
                <a:gd name="connsiteY3" fmla="*/ 152400 h 171450"/>
                <a:gd name="connsiteX4" fmla="*/ 0 w 171173"/>
                <a:gd name="connsiteY4" fmla="*/ 161925 h 171450"/>
                <a:gd name="connsiteX5" fmla="*/ 9525 w 171173"/>
                <a:gd name="connsiteY5" fmla="*/ 171450 h 171450"/>
                <a:gd name="connsiteX6" fmla="*/ 161649 w 171173"/>
                <a:gd name="connsiteY6" fmla="*/ 171450 h 171450"/>
                <a:gd name="connsiteX7" fmla="*/ 171174 w 171173"/>
                <a:gd name="connsiteY7" fmla="*/ 161925 h 171450"/>
                <a:gd name="connsiteX8" fmla="*/ 171174 w 171173"/>
                <a:gd name="connsiteY8" fmla="*/ 9525 h 171450"/>
                <a:gd name="connsiteX9" fmla="*/ 161649 w 171173"/>
                <a:gd name="connsiteY9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73" h="171450">
                  <a:moveTo>
                    <a:pt x="161649" y="0"/>
                  </a:moveTo>
                  <a:cubicBezTo>
                    <a:pt x="156388" y="0"/>
                    <a:pt x="152124" y="4264"/>
                    <a:pt x="152124" y="9525"/>
                  </a:cubicBezTo>
                  <a:lnTo>
                    <a:pt x="152124" y="152400"/>
                  </a:lnTo>
                  <a:lnTo>
                    <a:pt x="9525" y="152400"/>
                  </a:lnTo>
                  <a:cubicBezTo>
                    <a:pt x="4264" y="152400"/>
                    <a:pt x="0" y="156664"/>
                    <a:pt x="0" y="161925"/>
                  </a:cubicBezTo>
                  <a:cubicBezTo>
                    <a:pt x="0" y="167186"/>
                    <a:pt x="4264" y="171450"/>
                    <a:pt x="9525" y="171450"/>
                  </a:cubicBezTo>
                  <a:lnTo>
                    <a:pt x="161649" y="171450"/>
                  </a:lnTo>
                  <a:cubicBezTo>
                    <a:pt x="166909" y="171450"/>
                    <a:pt x="171174" y="167186"/>
                    <a:pt x="171174" y="161925"/>
                  </a:cubicBezTo>
                  <a:lnTo>
                    <a:pt x="171174" y="9525"/>
                  </a:lnTo>
                  <a:cubicBezTo>
                    <a:pt x="171174" y="4264"/>
                    <a:pt x="166909" y="0"/>
                    <a:pt x="16164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5ADAAF3-2881-68A6-5AB2-7CB11692CC9E}"/>
                </a:ext>
              </a:extLst>
            </p:cNvPr>
            <p:cNvSpPr/>
            <p:nvPr/>
          </p:nvSpPr>
          <p:spPr>
            <a:xfrm>
              <a:off x="6768549" y="1187275"/>
              <a:ext cx="194423" cy="194434"/>
            </a:xfrm>
            <a:custGeom>
              <a:avLst/>
              <a:gdLst>
                <a:gd name="connsiteX0" fmla="*/ 144893 w 194423"/>
                <a:gd name="connsiteY0" fmla="*/ 11555 h 194434"/>
                <a:gd name="connsiteX1" fmla="*/ 91642 w 194423"/>
                <a:gd name="connsiteY1" fmla="*/ 10517 h 194434"/>
                <a:gd name="connsiteX2" fmla="*/ 91553 w 194423"/>
                <a:gd name="connsiteY2" fmla="*/ 10602 h 194434"/>
                <a:gd name="connsiteX3" fmla="*/ 90601 w 194423"/>
                <a:gd name="connsiteY3" fmla="*/ 11555 h 194434"/>
                <a:gd name="connsiteX4" fmla="*/ 11543 w 194423"/>
                <a:gd name="connsiteY4" fmla="*/ 90612 h 194434"/>
                <a:gd name="connsiteX5" fmla="*/ 10545 w 194423"/>
                <a:gd name="connsiteY5" fmla="*/ 143906 h 194434"/>
                <a:gd name="connsiteX6" fmla="*/ 10591 w 194423"/>
                <a:gd name="connsiteY6" fmla="*/ 143952 h 194434"/>
                <a:gd name="connsiteX7" fmla="*/ 11543 w 194423"/>
                <a:gd name="connsiteY7" fmla="*/ 144905 h 194434"/>
                <a:gd name="connsiteX8" fmla="*/ 61073 w 194423"/>
                <a:gd name="connsiteY8" fmla="*/ 194435 h 194434"/>
                <a:gd name="connsiteX9" fmla="*/ 194423 w 194423"/>
                <a:gd name="connsiteY9" fmla="*/ 61085 h 194434"/>
                <a:gd name="connsiteX10" fmla="*/ 25021 w 194423"/>
                <a:gd name="connsiteY10" fmla="*/ 131474 h 194434"/>
                <a:gd name="connsiteX11" fmla="*/ 24069 w 194423"/>
                <a:gd name="connsiteY11" fmla="*/ 130522 h 194434"/>
                <a:gd name="connsiteX12" fmla="*/ 24583 w 194423"/>
                <a:gd name="connsiteY12" fmla="*/ 104528 h 194434"/>
                <a:gd name="connsiteX13" fmla="*/ 25021 w 194423"/>
                <a:gd name="connsiteY13" fmla="*/ 104100 h 194434"/>
                <a:gd name="connsiteX14" fmla="*/ 104079 w 194423"/>
                <a:gd name="connsiteY14" fmla="*/ 25042 h 194434"/>
                <a:gd name="connsiteX15" fmla="*/ 105031 w 194423"/>
                <a:gd name="connsiteY15" fmla="*/ 24090 h 194434"/>
                <a:gd name="connsiteX16" fmla="*/ 130996 w 194423"/>
                <a:gd name="connsiteY16" fmla="*/ 24604 h 194434"/>
                <a:gd name="connsiteX17" fmla="*/ 131425 w 194423"/>
                <a:gd name="connsiteY17" fmla="*/ 25042 h 194434"/>
                <a:gd name="connsiteX18" fmla="*/ 167496 w 194423"/>
                <a:gd name="connsiteY18" fmla="*/ 61113 h 194434"/>
                <a:gd name="connsiteX19" fmla="*/ 61073 w 194423"/>
                <a:gd name="connsiteY19" fmla="*/ 167546 h 19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23" h="194434">
                  <a:moveTo>
                    <a:pt x="144893" y="11555"/>
                  </a:moveTo>
                  <a:cubicBezTo>
                    <a:pt x="130474" y="-3437"/>
                    <a:pt x="106633" y="-3902"/>
                    <a:pt x="91642" y="10517"/>
                  </a:cubicBezTo>
                  <a:cubicBezTo>
                    <a:pt x="91612" y="10545"/>
                    <a:pt x="91583" y="10574"/>
                    <a:pt x="91553" y="10602"/>
                  </a:cubicBezTo>
                  <a:lnTo>
                    <a:pt x="90601" y="11555"/>
                  </a:lnTo>
                  <a:lnTo>
                    <a:pt x="11543" y="90612"/>
                  </a:lnTo>
                  <a:cubicBezTo>
                    <a:pt x="-3449" y="105053"/>
                    <a:pt x="-3896" y="128913"/>
                    <a:pt x="10545" y="143906"/>
                  </a:cubicBezTo>
                  <a:cubicBezTo>
                    <a:pt x="10560" y="143921"/>
                    <a:pt x="10575" y="143937"/>
                    <a:pt x="10591" y="143952"/>
                  </a:cubicBezTo>
                  <a:lnTo>
                    <a:pt x="11543" y="144905"/>
                  </a:lnTo>
                  <a:lnTo>
                    <a:pt x="61073" y="194435"/>
                  </a:lnTo>
                  <a:lnTo>
                    <a:pt x="194423" y="61085"/>
                  </a:lnTo>
                  <a:close/>
                  <a:moveTo>
                    <a:pt x="25021" y="131474"/>
                  </a:moveTo>
                  <a:lnTo>
                    <a:pt x="24069" y="130522"/>
                  </a:lnTo>
                  <a:cubicBezTo>
                    <a:pt x="17177" y="123146"/>
                    <a:pt x="17405" y="111626"/>
                    <a:pt x="24583" y="104528"/>
                  </a:cubicBezTo>
                  <a:cubicBezTo>
                    <a:pt x="24735" y="104385"/>
                    <a:pt x="24878" y="104252"/>
                    <a:pt x="25021" y="104100"/>
                  </a:cubicBezTo>
                  <a:lnTo>
                    <a:pt x="104079" y="25042"/>
                  </a:lnTo>
                  <a:lnTo>
                    <a:pt x="105031" y="24090"/>
                  </a:lnTo>
                  <a:cubicBezTo>
                    <a:pt x="112398" y="17202"/>
                    <a:pt x="123909" y="17430"/>
                    <a:pt x="130996" y="24604"/>
                  </a:cubicBezTo>
                  <a:lnTo>
                    <a:pt x="131425" y="25042"/>
                  </a:lnTo>
                  <a:lnTo>
                    <a:pt x="167496" y="61113"/>
                  </a:lnTo>
                  <a:lnTo>
                    <a:pt x="61073" y="167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1F97940-4E5F-7FEC-1C3E-899629952940}"/>
                </a:ext>
              </a:extLst>
            </p:cNvPr>
            <p:cNvSpPr/>
            <p:nvPr/>
          </p:nvSpPr>
          <p:spPr>
            <a:xfrm>
              <a:off x="7212289" y="1187298"/>
              <a:ext cx="194422" cy="194431"/>
            </a:xfrm>
            <a:custGeom>
              <a:avLst/>
              <a:gdLst>
                <a:gd name="connsiteX0" fmla="*/ 182880 w 194422"/>
                <a:gd name="connsiteY0" fmla="*/ 90609 h 194431"/>
                <a:gd name="connsiteX1" fmla="*/ 103822 w 194422"/>
                <a:gd name="connsiteY1" fmla="*/ 11551 h 194431"/>
                <a:gd name="connsiteX2" fmla="*/ 102870 w 194422"/>
                <a:gd name="connsiteY2" fmla="*/ 10599 h 194431"/>
                <a:gd name="connsiteX3" fmla="*/ 49601 w 194422"/>
                <a:gd name="connsiteY3" fmla="*/ 11477 h 194431"/>
                <a:gd name="connsiteX4" fmla="*/ 49530 w 194422"/>
                <a:gd name="connsiteY4" fmla="*/ 11551 h 194431"/>
                <a:gd name="connsiteX5" fmla="*/ 0 w 194422"/>
                <a:gd name="connsiteY5" fmla="*/ 61081 h 194431"/>
                <a:gd name="connsiteX6" fmla="*/ 133350 w 194422"/>
                <a:gd name="connsiteY6" fmla="*/ 194431 h 194431"/>
                <a:gd name="connsiteX7" fmla="*/ 182880 w 194422"/>
                <a:gd name="connsiteY7" fmla="*/ 144901 h 194431"/>
                <a:gd name="connsiteX8" fmla="*/ 183833 w 194422"/>
                <a:gd name="connsiteY8" fmla="*/ 143949 h 194431"/>
                <a:gd name="connsiteX9" fmla="*/ 182927 w 194422"/>
                <a:gd name="connsiteY9" fmla="*/ 90654 h 194431"/>
                <a:gd name="connsiteX10" fmla="*/ 182880 w 194422"/>
                <a:gd name="connsiteY10" fmla="*/ 90609 h 194431"/>
                <a:gd name="connsiteX11" fmla="*/ 170364 w 194422"/>
                <a:gd name="connsiteY11" fmla="*/ 130499 h 194431"/>
                <a:gd name="connsiteX12" fmla="*/ 169412 w 194422"/>
                <a:gd name="connsiteY12" fmla="*/ 131452 h 194431"/>
                <a:gd name="connsiteX13" fmla="*/ 133350 w 194422"/>
                <a:gd name="connsiteY13" fmla="*/ 167523 h 194431"/>
                <a:gd name="connsiteX14" fmla="*/ 26908 w 194422"/>
                <a:gd name="connsiteY14" fmla="*/ 61071 h 194431"/>
                <a:gd name="connsiteX15" fmla="*/ 62979 w 194422"/>
                <a:gd name="connsiteY15" fmla="*/ 25000 h 194431"/>
                <a:gd name="connsiteX16" fmla="*/ 63408 w 194422"/>
                <a:gd name="connsiteY16" fmla="*/ 24562 h 194431"/>
                <a:gd name="connsiteX17" fmla="*/ 89373 w 194422"/>
                <a:gd name="connsiteY17" fmla="*/ 24048 h 194431"/>
                <a:gd name="connsiteX18" fmla="*/ 90326 w 194422"/>
                <a:gd name="connsiteY18" fmla="*/ 25000 h 194431"/>
                <a:gd name="connsiteX19" fmla="*/ 169383 w 194422"/>
                <a:gd name="connsiteY19" fmla="*/ 104058 h 194431"/>
                <a:gd name="connsiteX20" fmla="*/ 169821 w 194422"/>
                <a:gd name="connsiteY20" fmla="*/ 104486 h 194431"/>
                <a:gd name="connsiteX21" fmla="*/ 170336 w 194422"/>
                <a:gd name="connsiteY21" fmla="*/ 130480 h 19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4422" h="194431">
                  <a:moveTo>
                    <a:pt x="182880" y="90609"/>
                  </a:moveTo>
                  <a:lnTo>
                    <a:pt x="103822" y="11551"/>
                  </a:lnTo>
                  <a:lnTo>
                    <a:pt x="102870" y="10599"/>
                  </a:lnTo>
                  <a:cubicBezTo>
                    <a:pt x="87918" y="-3869"/>
                    <a:pt x="64069" y="-3476"/>
                    <a:pt x="49601" y="11477"/>
                  </a:cubicBezTo>
                  <a:cubicBezTo>
                    <a:pt x="49578" y="11501"/>
                    <a:pt x="49554" y="11526"/>
                    <a:pt x="49530" y="11551"/>
                  </a:cubicBezTo>
                  <a:lnTo>
                    <a:pt x="0" y="61081"/>
                  </a:lnTo>
                  <a:lnTo>
                    <a:pt x="133350" y="194431"/>
                  </a:lnTo>
                  <a:lnTo>
                    <a:pt x="182880" y="144901"/>
                  </a:lnTo>
                  <a:lnTo>
                    <a:pt x="183833" y="143949"/>
                  </a:lnTo>
                  <a:cubicBezTo>
                    <a:pt x="198299" y="128982"/>
                    <a:pt x="197894" y="105121"/>
                    <a:pt x="182927" y="90654"/>
                  </a:cubicBezTo>
                  <a:cubicBezTo>
                    <a:pt x="182911" y="90639"/>
                    <a:pt x="182895" y="90624"/>
                    <a:pt x="182880" y="90609"/>
                  </a:cubicBezTo>
                  <a:close/>
                  <a:moveTo>
                    <a:pt x="170364" y="130499"/>
                  </a:moveTo>
                  <a:lnTo>
                    <a:pt x="169412" y="131452"/>
                  </a:lnTo>
                  <a:lnTo>
                    <a:pt x="133350" y="167523"/>
                  </a:lnTo>
                  <a:lnTo>
                    <a:pt x="26908" y="61071"/>
                  </a:lnTo>
                  <a:lnTo>
                    <a:pt x="62979" y="25000"/>
                  </a:lnTo>
                  <a:lnTo>
                    <a:pt x="63408" y="24562"/>
                  </a:lnTo>
                  <a:cubicBezTo>
                    <a:pt x="70495" y="17388"/>
                    <a:pt x="82006" y="17160"/>
                    <a:pt x="89373" y="24048"/>
                  </a:cubicBezTo>
                  <a:lnTo>
                    <a:pt x="90326" y="25000"/>
                  </a:lnTo>
                  <a:lnTo>
                    <a:pt x="169383" y="104058"/>
                  </a:lnTo>
                  <a:cubicBezTo>
                    <a:pt x="169526" y="104210"/>
                    <a:pt x="169669" y="104344"/>
                    <a:pt x="169821" y="104486"/>
                  </a:cubicBezTo>
                  <a:cubicBezTo>
                    <a:pt x="176999" y="111584"/>
                    <a:pt x="177227" y="123104"/>
                    <a:pt x="170336" y="1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0BC44E3-B2E0-DA54-ABCF-6BC2E53E8267}"/>
                </a:ext>
              </a:extLst>
            </p:cNvPr>
            <p:cNvSpPr/>
            <p:nvPr/>
          </p:nvSpPr>
          <p:spPr>
            <a:xfrm>
              <a:off x="6839964" y="1215851"/>
              <a:ext cx="495321" cy="609860"/>
            </a:xfrm>
            <a:custGeom>
              <a:avLst/>
              <a:gdLst>
                <a:gd name="connsiteX0" fmla="*/ 257196 w 495321"/>
                <a:gd name="connsiteY0" fmla="*/ 76438 h 609860"/>
                <a:gd name="connsiteX1" fmla="*/ 257196 w 495321"/>
                <a:gd name="connsiteY1" fmla="*/ 19050 h 609860"/>
                <a:gd name="connsiteX2" fmla="*/ 304821 w 495321"/>
                <a:gd name="connsiteY2" fmla="*/ 19050 h 609860"/>
                <a:gd name="connsiteX3" fmla="*/ 314346 w 495321"/>
                <a:gd name="connsiteY3" fmla="*/ 9525 h 609860"/>
                <a:gd name="connsiteX4" fmla="*/ 304821 w 495321"/>
                <a:gd name="connsiteY4" fmla="*/ 0 h 609860"/>
                <a:gd name="connsiteX5" fmla="*/ 190521 w 495321"/>
                <a:gd name="connsiteY5" fmla="*/ 0 h 609860"/>
                <a:gd name="connsiteX6" fmla="*/ 180996 w 495321"/>
                <a:gd name="connsiteY6" fmla="*/ 9525 h 609860"/>
                <a:gd name="connsiteX7" fmla="*/ 190521 w 495321"/>
                <a:gd name="connsiteY7" fmla="*/ 19050 h 609860"/>
                <a:gd name="connsiteX8" fmla="*/ 238146 w 495321"/>
                <a:gd name="connsiteY8" fmla="*/ 19050 h 609860"/>
                <a:gd name="connsiteX9" fmla="*/ 238146 w 495321"/>
                <a:gd name="connsiteY9" fmla="*/ 76438 h 609860"/>
                <a:gd name="connsiteX10" fmla="*/ 182 w 495321"/>
                <a:gd name="connsiteY10" fmla="*/ 333207 h 609860"/>
                <a:gd name="connsiteX11" fmla="*/ 66810 w 495321"/>
                <a:gd name="connsiteY11" fmla="*/ 492957 h 609860"/>
                <a:gd name="connsiteX12" fmla="*/ 19928 w 495321"/>
                <a:gd name="connsiteY12" fmla="*/ 596132 h 609860"/>
                <a:gd name="connsiteX13" fmla="*/ 24276 w 495321"/>
                <a:gd name="connsiteY13" fmla="*/ 608881 h 609860"/>
                <a:gd name="connsiteX14" fmla="*/ 37025 w 495321"/>
                <a:gd name="connsiteY14" fmla="*/ 604535 h 609860"/>
                <a:gd name="connsiteX15" fmla="*/ 37264 w 495321"/>
                <a:gd name="connsiteY15" fmla="*/ 604009 h 609860"/>
                <a:gd name="connsiteX16" fmla="*/ 81250 w 495321"/>
                <a:gd name="connsiteY16" fmla="*/ 507244 h 609860"/>
                <a:gd name="connsiteX17" fmla="*/ 414092 w 495321"/>
                <a:gd name="connsiteY17" fmla="*/ 507244 h 609860"/>
                <a:gd name="connsiteX18" fmla="*/ 458078 w 495321"/>
                <a:gd name="connsiteY18" fmla="*/ 604009 h 609860"/>
                <a:gd name="connsiteX19" fmla="*/ 470542 w 495321"/>
                <a:gd name="connsiteY19" fmla="*/ 609120 h 609860"/>
                <a:gd name="connsiteX20" fmla="*/ 475653 w 495321"/>
                <a:gd name="connsiteY20" fmla="*/ 596657 h 609860"/>
                <a:gd name="connsiteX21" fmla="*/ 475414 w 495321"/>
                <a:gd name="connsiteY21" fmla="*/ 596132 h 609860"/>
                <a:gd name="connsiteX22" fmla="*/ 428513 w 495321"/>
                <a:gd name="connsiteY22" fmla="*/ 492957 h 609860"/>
                <a:gd name="connsiteX23" fmla="*/ 416928 w 495321"/>
                <a:gd name="connsiteY23" fmla="*/ 143066 h 609860"/>
                <a:gd name="connsiteX24" fmla="*/ 257196 w 495321"/>
                <a:gd name="connsiteY24" fmla="*/ 76438 h 609860"/>
                <a:gd name="connsiteX25" fmla="*/ 247671 w 495321"/>
                <a:gd name="connsiteY25" fmla="*/ 552450 h 609860"/>
                <a:gd name="connsiteX26" fmla="*/ 19071 w 495321"/>
                <a:gd name="connsiteY26" fmla="*/ 323850 h 609860"/>
                <a:gd name="connsiteX27" fmla="*/ 247671 w 495321"/>
                <a:gd name="connsiteY27" fmla="*/ 95250 h 609860"/>
                <a:gd name="connsiteX28" fmla="*/ 476271 w 495321"/>
                <a:gd name="connsiteY28" fmla="*/ 323850 h 609860"/>
                <a:gd name="connsiteX29" fmla="*/ 247671 w 495321"/>
                <a:gd name="connsiteY29" fmla="*/ 552450 h 60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95321" h="609860">
                  <a:moveTo>
                    <a:pt x="257196" y="76438"/>
                  </a:moveTo>
                  <a:lnTo>
                    <a:pt x="257196" y="19050"/>
                  </a:lnTo>
                  <a:lnTo>
                    <a:pt x="304821" y="19050"/>
                  </a:lnTo>
                  <a:cubicBezTo>
                    <a:pt x="310082" y="19050"/>
                    <a:pt x="314346" y="14786"/>
                    <a:pt x="314346" y="9525"/>
                  </a:cubicBezTo>
                  <a:cubicBezTo>
                    <a:pt x="314346" y="4264"/>
                    <a:pt x="310082" y="0"/>
                    <a:pt x="304821" y="0"/>
                  </a:cubicBezTo>
                  <a:lnTo>
                    <a:pt x="190521" y="0"/>
                  </a:lnTo>
                  <a:cubicBezTo>
                    <a:pt x="185260" y="0"/>
                    <a:pt x="180996" y="4264"/>
                    <a:pt x="180996" y="9525"/>
                  </a:cubicBezTo>
                  <a:cubicBezTo>
                    <a:pt x="180996" y="14786"/>
                    <a:pt x="185260" y="19050"/>
                    <a:pt x="190521" y="19050"/>
                  </a:cubicBezTo>
                  <a:lnTo>
                    <a:pt x="238146" y="19050"/>
                  </a:lnTo>
                  <a:lnTo>
                    <a:pt x="238146" y="76438"/>
                  </a:lnTo>
                  <a:cubicBezTo>
                    <a:pt x="101529" y="81631"/>
                    <a:pt x="-5011" y="196590"/>
                    <a:pt x="182" y="333207"/>
                  </a:cubicBezTo>
                  <a:cubicBezTo>
                    <a:pt x="2444" y="392740"/>
                    <a:pt x="26101" y="449459"/>
                    <a:pt x="66810" y="492957"/>
                  </a:cubicBezTo>
                  <a:lnTo>
                    <a:pt x="19928" y="596132"/>
                  </a:lnTo>
                  <a:cubicBezTo>
                    <a:pt x="17608" y="600853"/>
                    <a:pt x="19554" y="606561"/>
                    <a:pt x="24276" y="608881"/>
                  </a:cubicBezTo>
                  <a:cubicBezTo>
                    <a:pt x="28996" y="611201"/>
                    <a:pt x="34704" y="609255"/>
                    <a:pt x="37025" y="604535"/>
                  </a:cubicBezTo>
                  <a:cubicBezTo>
                    <a:pt x="37110" y="604361"/>
                    <a:pt x="37190" y="604186"/>
                    <a:pt x="37264" y="604009"/>
                  </a:cubicBezTo>
                  <a:lnTo>
                    <a:pt x="81250" y="507244"/>
                  </a:lnTo>
                  <a:cubicBezTo>
                    <a:pt x="175659" y="592914"/>
                    <a:pt x="319683" y="592914"/>
                    <a:pt x="414092" y="507244"/>
                  </a:cubicBezTo>
                  <a:lnTo>
                    <a:pt x="458078" y="604009"/>
                  </a:lnTo>
                  <a:cubicBezTo>
                    <a:pt x="460108" y="608862"/>
                    <a:pt x="465689" y="611151"/>
                    <a:pt x="470542" y="609120"/>
                  </a:cubicBezTo>
                  <a:cubicBezTo>
                    <a:pt x="475395" y="607090"/>
                    <a:pt x="477683" y="601510"/>
                    <a:pt x="475653" y="596657"/>
                  </a:cubicBezTo>
                  <a:cubicBezTo>
                    <a:pt x="475579" y="596479"/>
                    <a:pt x="475499" y="596304"/>
                    <a:pt x="475414" y="596132"/>
                  </a:cubicBezTo>
                  <a:lnTo>
                    <a:pt x="428513" y="492957"/>
                  </a:lnTo>
                  <a:cubicBezTo>
                    <a:pt x="521933" y="393139"/>
                    <a:pt x="516747" y="236488"/>
                    <a:pt x="416928" y="143066"/>
                  </a:cubicBezTo>
                  <a:cubicBezTo>
                    <a:pt x="373435" y="102361"/>
                    <a:pt x="316723" y="78705"/>
                    <a:pt x="257196" y="76438"/>
                  </a:cubicBezTo>
                  <a:close/>
                  <a:moveTo>
                    <a:pt x="247671" y="552450"/>
                  </a:moveTo>
                  <a:cubicBezTo>
                    <a:pt x="121419" y="552450"/>
                    <a:pt x="19071" y="450102"/>
                    <a:pt x="19071" y="323850"/>
                  </a:cubicBezTo>
                  <a:cubicBezTo>
                    <a:pt x="19071" y="197598"/>
                    <a:pt x="121419" y="95250"/>
                    <a:pt x="247671" y="95250"/>
                  </a:cubicBezTo>
                  <a:cubicBezTo>
                    <a:pt x="373923" y="95250"/>
                    <a:pt x="476271" y="197598"/>
                    <a:pt x="476271" y="323850"/>
                  </a:cubicBezTo>
                  <a:cubicBezTo>
                    <a:pt x="476129" y="450044"/>
                    <a:pt x="373865" y="552308"/>
                    <a:pt x="247671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5" name="Graphic 57" descr="Daily calendar outline">
            <a:extLst>
              <a:ext uri="{FF2B5EF4-FFF2-40B4-BE49-F238E27FC236}">
                <a16:creationId xmlns:a16="http://schemas.microsoft.com/office/drawing/2014/main" id="{57E3A926-EA8B-F49E-639A-7C478B2DDDC9}"/>
              </a:ext>
            </a:extLst>
          </p:cNvPr>
          <p:cNvGrpSpPr/>
          <p:nvPr/>
        </p:nvGrpSpPr>
        <p:grpSpPr>
          <a:xfrm>
            <a:off x="10968596" y="4006877"/>
            <a:ext cx="541706" cy="426845"/>
            <a:chOff x="7063900" y="1482266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999DBD6-0F49-5487-AC61-4951E3809A4C}"/>
                </a:ext>
              </a:extLst>
            </p:cNvPr>
            <p:cNvSpPr/>
            <p:nvPr/>
          </p:nvSpPr>
          <p:spPr>
            <a:xfrm>
              <a:off x="7063900" y="1482266"/>
              <a:ext cx="647700" cy="647700"/>
            </a:xfrm>
            <a:custGeom>
              <a:avLst/>
              <a:gdLst>
                <a:gd name="connsiteX0" fmla="*/ 514350 w 647700"/>
                <a:gd name="connsiteY0" fmla="*/ 57150 h 647700"/>
                <a:gd name="connsiteX1" fmla="*/ 514350 w 647700"/>
                <a:gd name="connsiteY1" fmla="*/ 9525 h 647700"/>
                <a:gd name="connsiteX2" fmla="*/ 504825 w 647700"/>
                <a:gd name="connsiteY2" fmla="*/ 0 h 647700"/>
                <a:gd name="connsiteX3" fmla="*/ 495300 w 647700"/>
                <a:gd name="connsiteY3" fmla="*/ 9525 h 647700"/>
                <a:gd name="connsiteX4" fmla="*/ 495300 w 647700"/>
                <a:gd name="connsiteY4" fmla="*/ 57150 h 647700"/>
                <a:gd name="connsiteX5" fmla="*/ 152400 w 647700"/>
                <a:gd name="connsiteY5" fmla="*/ 57150 h 647700"/>
                <a:gd name="connsiteX6" fmla="*/ 152400 w 647700"/>
                <a:gd name="connsiteY6" fmla="*/ 9525 h 647700"/>
                <a:gd name="connsiteX7" fmla="*/ 142875 w 647700"/>
                <a:gd name="connsiteY7" fmla="*/ 0 h 647700"/>
                <a:gd name="connsiteX8" fmla="*/ 133350 w 647700"/>
                <a:gd name="connsiteY8" fmla="*/ 9525 h 647700"/>
                <a:gd name="connsiteX9" fmla="*/ 133350 w 647700"/>
                <a:gd name="connsiteY9" fmla="*/ 57150 h 647700"/>
                <a:gd name="connsiteX10" fmla="*/ 0 w 647700"/>
                <a:gd name="connsiteY10" fmla="*/ 57150 h 647700"/>
                <a:gd name="connsiteX11" fmla="*/ 0 w 647700"/>
                <a:gd name="connsiteY11" fmla="*/ 647700 h 647700"/>
                <a:gd name="connsiteX12" fmla="*/ 647700 w 647700"/>
                <a:gd name="connsiteY12" fmla="*/ 647700 h 647700"/>
                <a:gd name="connsiteX13" fmla="*/ 647700 w 647700"/>
                <a:gd name="connsiteY13" fmla="*/ 57150 h 647700"/>
                <a:gd name="connsiteX14" fmla="*/ 628650 w 647700"/>
                <a:gd name="connsiteY14" fmla="*/ 628650 h 647700"/>
                <a:gd name="connsiteX15" fmla="*/ 19050 w 647700"/>
                <a:gd name="connsiteY15" fmla="*/ 628650 h 647700"/>
                <a:gd name="connsiteX16" fmla="*/ 19050 w 647700"/>
                <a:gd name="connsiteY16" fmla="*/ 209550 h 647700"/>
                <a:gd name="connsiteX17" fmla="*/ 628650 w 647700"/>
                <a:gd name="connsiteY17" fmla="*/ 209550 h 647700"/>
                <a:gd name="connsiteX18" fmla="*/ 19050 w 647700"/>
                <a:gd name="connsiteY18" fmla="*/ 190500 h 647700"/>
                <a:gd name="connsiteX19" fmla="*/ 19050 w 647700"/>
                <a:gd name="connsiteY19" fmla="*/ 76200 h 647700"/>
                <a:gd name="connsiteX20" fmla="*/ 133350 w 647700"/>
                <a:gd name="connsiteY20" fmla="*/ 76200 h 647700"/>
                <a:gd name="connsiteX21" fmla="*/ 133350 w 647700"/>
                <a:gd name="connsiteY21" fmla="*/ 114300 h 647700"/>
                <a:gd name="connsiteX22" fmla="*/ 142875 w 647700"/>
                <a:gd name="connsiteY22" fmla="*/ 123825 h 647700"/>
                <a:gd name="connsiteX23" fmla="*/ 152400 w 647700"/>
                <a:gd name="connsiteY23" fmla="*/ 114300 h 647700"/>
                <a:gd name="connsiteX24" fmla="*/ 152400 w 647700"/>
                <a:gd name="connsiteY24" fmla="*/ 76200 h 647700"/>
                <a:gd name="connsiteX25" fmla="*/ 495300 w 647700"/>
                <a:gd name="connsiteY25" fmla="*/ 76200 h 647700"/>
                <a:gd name="connsiteX26" fmla="*/ 495300 w 647700"/>
                <a:gd name="connsiteY26" fmla="*/ 114300 h 647700"/>
                <a:gd name="connsiteX27" fmla="*/ 504825 w 647700"/>
                <a:gd name="connsiteY27" fmla="*/ 123825 h 647700"/>
                <a:gd name="connsiteX28" fmla="*/ 514350 w 647700"/>
                <a:gd name="connsiteY28" fmla="*/ 114300 h 647700"/>
                <a:gd name="connsiteX29" fmla="*/ 514350 w 647700"/>
                <a:gd name="connsiteY29" fmla="*/ 76200 h 647700"/>
                <a:gd name="connsiteX30" fmla="*/ 628650 w 647700"/>
                <a:gd name="connsiteY30" fmla="*/ 76200 h 647700"/>
                <a:gd name="connsiteX31" fmla="*/ 628650 w 647700"/>
                <a:gd name="connsiteY31" fmla="*/ 1905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47700" h="647700">
                  <a:moveTo>
                    <a:pt x="514350" y="57150"/>
                  </a:moveTo>
                  <a:lnTo>
                    <a:pt x="514350" y="9525"/>
                  </a:lnTo>
                  <a:cubicBezTo>
                    <a:pt x="514350" y="4264"/>
                    <a:pt x="510086" y="0"/>
                    <a:pt x="504825" y="0"/>
                  </a:cubicBezTo>
                  <a:cubicBezTo>
                    <a:pt x="499564" y="0"/>
                    <a:pt x="495300" y="4264"/>
                    <a:pt x="495300" y="9525"/>
                  </a:cubicBezTo>
                  <a:lnTo>
                    <a:pt x="495300" y="57150"/>
                  </a:lnTo>
                  <a:lnTo>
                    <a:pt x="152400" y="57150"/>
                  </a:lnTo>
                  <a:lnTo>
                    <a:pt x="152400" y="9525"/>
                  </a:lnTo>
                  <a:cubicBezTo>
                    <a:pt x="152400" y="4264"/>
                    <a:pt x="148136" y="0"/>
                    <a:pt x="142875" y="0"/>
                  </a:cubicBezTo>
                  <a:cubicBezTo>
                    <a:pt x="137614" y="0"/>
                    <a:pt x="133350" y="4264"/>
                    <a:pt x="133350" y="9525"/>
                  </a:cubicBezTo>
                  <a:lnTo>
                    <a:pt x="133350" y="57150"/>
                  </a:lnTo>
                  <a:lnTo>
                    <a:pt x="0" y="57150"/>
                  </a:lnTo>
                  <a:lnTo>
                    <a:pt x="0" y="647700"/>
                  </a:lnTo>
                  <a:lnTo>
                    <a:pt x="647700" y="647700"/>
                  </a:lnTo>
                  <a:lnTo>
                    <a:pt x="647700" y="57150"/>
                  </a:lnTo>
                  <a:close/>
                  <a:moveTo>
                    <a:pt x="628650" y="628650"/>
                  </a:moveTo>
                  <a:lnTo>
                    <a:pt x="19050" y="628650"/>
                  </a:lnTo>
                  <a:lnTo>
                    <a:pt x="19050" y="209550"/>
                  </a:lnTo>
                  <a:lnTo>
                    <a:pt x="628650" y="209550"/>
                  </a:lnTo>
                  <a:close/>
                  <a:moveTo>
                    <a:pt x="19050" y="190500"/>
                  </a:moveTo>
                  <a:lnTo>
                    <a:pt x="19050" y="76200"/>
                  </a:lnTo>
                  <a:lnTo>
                    <a:pt x="133350" y="76200"/>
                  </a:lnTo>
                  <a:lnTo>
                    <a:pt x="133350" y="114300"/>
                  </a:lnTo>
                  <a:cubicBezTo>
                    <a:pt x="133350" y="119561"/>
                    <a:pt x="137614" y="123825"/>
                    <a:pt x="142875" y="123825"/>
                  </a:cubicBezTo>
                  <a:cubicBezTo>
                    <a:pt x="148136" y="123825"/>
                    <a:pt x="152400" y="119561"/>
                    <a:pt x="152400" y="114300"/>
                  </a:cubicBezTo>
                  <a:lnTo>
                    <a:pt x="152400" y="76200"/>
                  </a:lnTo>
                  <a:lnTo>
                    <a:pt x="495300" y="76200"/>
                  </a:lnTo>
                  <a:lnTo>
                    <a:pt x="495300" y="114300"/>
                  </a:lnTo>
                  <a:cubicBezTo>
                    <a:pt x="495300" y="119561"/>
                    <a:pt x="499564" y="123825"/>
                    <a:pt x="504825" y="123825"/>
                  </a:cubicBezTo>
                  <a:cubicBezTo>
                    <a:pt x="510086" y="123825"/>
                    <a:pt x="514350" y="119561"/>
                    <a:pt x="514350" y="114300"/>
                  </a:cubicBezTo>
                  <a:lnTo>
                    <a:pt x="514350" y="76200"/>
                  </a:lnTo>
                  <a:lnTo>
                    <a:pt x="628650" y="76200"/>
                  </a:lnTo>
                  <a:lnTo>
                    <a:pt x="628650" y="190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32FE251-F775-D5A7-1B8E-734E74F10DFB}"/>
                </a:ext>
              </a:extLst>
            </p:cNvPr>
            <p:cNvSpPr/>
            <p:nvPr/>
          </p:nvSpPr>
          <p:spPr>
            <a:xfrm>
              <a:off x="7140100" y="1748966"/>
              <a:ext cx="495300" cy="304800"/>
            </a:xfrm>
            <a:custGeom>
              <a:avLst/>
              <a:gdLst>
                <a:gd name="connsiteX0" fmla="*/ 180975 w 495300"/>
                <a:gd name="connsiteY0" fmla="*/ 304800 h 304800"/>
                <a:gd name="connsiteX1" fmla="*/ 495300 w 495300"/>
                <a:gd name="connsiteY1" fmla="*/ 304800 h 304800"/>
                <a:gd name="connsiteX2" fmla="*/ 495300 w 495300"/>
                <a:gd name="connsiteY2" fmla="*/ 0 h 304800"/>
                <a:gd name="connsiteX3" fmla="*/ 0 w 495300"/>
                <a:gd name="connsiteY3" fmla="*/ 0 h 304800"/>
                <a:gd name="connsiteX4" fmla="*/ 0 w 495300"/>
                <a:gd name="connsiteY4" fmla="*/ 304800 h 304800"/>
                <a:gd name="connsiteX5" fmla="*/ 180975 w 495300"/>
                <a:gd name="connsiteY5" fmla="*/ 304800 h 304800"/>
                <a:gd name="connsiteX6" fmla="*/ 180975 w 495300"/>
                <a:gd name="connsiteY6" fmla="*/ 285750 h 304800"/>
                <a:gd name="connsiteX7" fmla="*/ 180975 w 495300"/>
                <a:gd name="connsiteY7" fmla="*/ 209550 h 304800"/>
                <a:gd name="connsiteX8" fmla="*/ 314325 w 495300"/>
                <a:gd name="connsiteY8" fmla="*/ 209550 h 304800"/>
                <a:gd name="connsiteX9" fmla="*/ 314325 w 495300"/>
                <a:gd name="connsiteY9" fmla="*/ 285750 h 304800"/>
                <a:gd name="connsiteX10" fmla="*/ 180975 w 495300"/>
                <a:gd name="connsiteY10" fmla="*/ 114300 h 304800"/>
                <a:gd name="connsiteX11" fmla="*/ 314325 w 495300"/>
                <a:gd name="connsiteY11" fmla="*/ 114300 h 304800"/>
                <a:gd name="connsiteX12" fmla="*/ 314325 w 495300"/>
                <a:gd name="connsiteY12" fmla="*/ 190500 h 304800"/>
                <a:gd name="connsiteX13" fmla="*/ 180975 w 495300"/>
                <a:gd name="connsiteY13" fmla="*/ 190500 h 304800"/>
                <a:gd name="connsiteX14" fmla="*/ 161925 w 495300"/>
                <a:gd name="connsiteY14" fmla="*/ 190500 h 304800"/>
                <a:gd name="connsiteX15" fmla="*/ 19050 w 495300"/>
                <a:gd name="connsiteY15" fmla="*/ 190500 h 304800"/>
                <a:gd name="connsiteX16" fmla="*/ 19050 w 495300"/>
                <a:gd name="connsiteY16" fmla="*/ 114300 h 304800"/>
                <a:gd name="connsiteX17" fmla="*/ 161925 w 495300"/>
                <a:gd name="connsiteY17" fmla="*/ 114300 h 304800"/>
                <a:gd name="connsiteX18" fmla="*/ 333375 w 495300"/>
                <a:gd name="connsiteY18" fmla="*/ 114300 h 304800"/>
                <a:gd name="connsiteX19" fmla="*/ 476250 w 495300"/>
                <a:gd name="connsiteY19" fmla="*/ 114300 h 304800"/>
                <a:gd name="connsiteX20" fmla="*/ 476250 w 495300"/>
                <a:gd name="connsiteY20" fmla="*/ 190500 h 304800"/>
                <a:gd name="connsiteX21" fmla="*/ 333375 w 495300"/>
                <a:gd name="connsiteY21" fmla="*/ 190500 h 304800"/>
                <a:gd name="connsiteX22" fmla="*/ 333375 w 495300"/>
                <a:gd name="connsiteY22" fmla="*/ 285750 h 304800"/>
                <a:gd name="connsiteX23" fmla="*/ 333375 w 495300"/>
                <a:gd name="connsiteY23" fmla="*/ 209550 h 304800"/>
                <a:gd name="connsiteX24" fmla="*/ 476250 w 495300"/>
                <a:gd name="connsiteY24" fmla="*/ 209550 h 304800"/>
                <a:gd name="connsiteX25" fmla="*/ 476250 w 495300"/>
                <a:gd name="connsiteY25" fmla="*/ 285750 h 304800"/>
                <a:gd name="connsiteX26" fmla="*/ 476250 w 495300"/>
                <a:gd name="connsiteY26" fmla="*/ 19050 h 304800"/>
                <a:gd name="connsiteX27" fmla="*/ 476250 w 495300"/>
                <a:gd name="connsiteY27" fmla="*/ 95250 h 304800"/>
                <a:gd name="connsiteX28" fmla="*/ 333375 w 495300"/>
                <a:gd name="connsiteY28" fmla="*/ 95250 h 304800"/>
                <a:gd name="connsiteX29" fmla="*/ 333375 w 495300"/>
                <a:gd name="connsiteY29" fmla="*/ 19050 h 304800"/>
                <a:gd name="connsiteX30" fmla="*/ 314325 w 495300"/>
                <a:gd name="connsiteY30" fmla="*/ 19050 h 304800"/>
                <a:gd name="connsiteX31" fmla="*/ 314325 w 495300"/>
                <a:gd name="connsiteY31" fmla="*/ 95250 h 304800"/>
                <a:gd name="connsiteX32" fmla="*/ 180975 w 495300"/>
                <a:gd name="connsiteY32" fmla="*/ 95250 h 304800"/>
                <a:gd name="connsiteX33" fmla="*/ 180975 w 495300"/>
                <a:gd name="connsiteY33" fmla="*/ 19050 h 304800"/>
                <a:gd name="connsiteX34" fmla="*/ 161925 w 495300"/>
                <a:gd name="connsiteY34" fmla="*/ 19050 h 304800"/>
                <a:gd name="connsiteX35" fmla="*/ 161925 w 495300"/>
                <a:gd name="connsiteY35" fmla="*/ 95250 h 304800"/>
                <a:gd name="connsiteX36" fmla="*/ 19050 w 495300"/>
                <a:gd name="connsiteY36" fmla="*/ 95250 h 304800"/>
                <a:gd name="connsiteX37" fmla="*/ 19050 w 495300"/>
                <a:gd name="connsiteY37" fmla="*/ 19050 h 304800"/>
                <a:gd name="connsiteX38" fmla="*/ 19050 w 495300"/>
                <a:gd name="connsiteY38" fmla="*/ 285750 h 304800"/>
                <a:gd name="connsiteX39" fmla="*/ 19050 w 495300"/>
                <a:gd name="connsiteY39" fmla="*/ 209550 h 304800"/>
                <a:gd name="connsiteX40" fmla="*/ 161925 w 495300"/>
                <a:gd name="connsiteY40" fmla="*/ 209550 h 304800"/>
                <a:gd name="connsiteX41" fmla="*/ 161925 w 495300"/>
                <a:gd name="connsiteY41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5300" h="304800">
                  <a:moveTo>
                    <a:pt x="180975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80975" y="304800"/>
                  </a:lnTo>
                  <a:close/>
                  <a:moveTo>
                    <a:pt x="180975" y="285750"/>
                  </a:moveTo>
                  <a:lnTo>
                    <a:pt x="180975" y="209550"/>
                  </a:lnTo>
                  <a:lnTo>
                    <a:pt x="314325" y="209550"/>
                  </a:lnTo>
                  <a:lnTo>
                    <a:pt x="314325" y="285750"/>
                  </a:lnTo>
                  <a:close/>
                  <a:moveTo>
                    <a:pt x="180975" y="114300"/>
                  </a:moveTo>
                  <a:lnTo>
                    <a:pt x="314325" y="114300"/>
                  </a:lnTo>
                  <a:lnTo>
                    <a:pt x="314325" y="190500"/>
                  </a:lnTo>
                  <a:lnTo>
                    <a:pt x="180975" y="190500"/>
                  </a:lnTo>
                  <a:close/>
                  <a:moveTo>
                    <a:pt x="161925" y="190500"/>
                  </a:moveTo>
                  <a:lnTo>
                    <a:pt x="19050" y="190500"/>
                  </a:lnTo>
                  <a:lnTo>
                    <a:pt x="19050" y="114300"/>
                  </a:lnTo>
                  <a:lnTo>
                    <a:pt x="161925" y="114300"/>
                  </a:lnTo>
                  <a:close/>
                  <a:moveTo>
                    <a:pt x="333375" y="114300"/>
                  </a:moveTo>
                  <a:lnTo>
                    <a:pt x="476250" y="114300"/>
                  </a:lnTo>
                  <a:lnTo>
                    <a:pt x="476250" y="190500"/>
                  </a:lnTo>
                  <a:lnTo>
                    <a:pt x="333375" y="190500"/>
                  </a:lnTo>
                  <a:close/>
                  <a:moveTo>
                    <a:pt x="333375" y="285750"/>
                  </a:moveTo>
                  <a:lnTo>
                    <a:pt x="333375" y="209550"/>
                  </a:lnTo>
                  <a:lnTo>
                    <a:pt x="476250" y="209550"/>
                  </a:lnTo>
                  <a:lnTo>
                    <a:pt x="476250" y="285750"/>
                  </a:lnTo>
                  <a:close/>
                  <a:moveTo>
                    <a:pt x="476250" y="19050"/>
                  </a:moveTo>
                  <a:lnTo>
                    <a:pt x="476250" y="95250"/>
                  </a:lnTo>
                  <a:lnTo>
                    <a:pt x="333375" y="95250"/>
                  </a:lnTo>
                  <a:lnTo>
                    <a:pt x="333375" y="19050"/>
                  </a:lnTo>
                  <a:close/>
                  <a:moveTo>
                    <a:pt x="314325" y="19050"/>
                  </a:moveTo>
                  <a:lnTo>
                    <a:pt x="314325" y="95250"/>
                  </a:lnTo>
                  <a:lnTo>
                    <a:pt x="180975" y="95250"/>
                  </a:lnTo>
                  <a:lnTo>
                    <a:pt x="180975" y="19050"/>
                  </a:lnTo>
                  <a:close/>
                  <a:moveTo>
                    <a:pt x="161925" y="19050"/>
                  </a:moveTo>
                  <a:lnTo>
                    <a:pt x="161925" y="95250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  <a:moveTo>
                    <a:pt x="19050" y="285750"/>
                  </a:moveTo>
                  <a:lnTo>
                    <a:pt x="19050" y="209550"/>
                  </a:lnTo>
                  <a:lnTo>
                    <a:pt x="161925" y="209550"/>
                  </a:lnTo>
                  <a:lnTo>
                    <a:pt x="161925" y="2857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7FB24E8-DEAE-D677-3280-80A1AD870FE6}"/>
              </a:ext>
            </a:extLst>
          </p:cNvPr>
          <p:cNvSpPr txBox="1"/>
          <p:nvPr/>
        </p:nvSpPr>
        <p:spPr>
          <a:xfrm>
            <a:off x="507486" y="845393"/>
            <a:ext cx="422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So What?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E758C-2077-3A63-3F96-84858C9029F1}"/>
              </a:ext>
            </a:extLst>
          </p:cNvPr>
          <p:cNvSpPr txBox="1"/>
          <p:nvPr/>
        </p:nvSpPr>
        <p:spPr>
          <a:xfrm>
            <a:off x="957436" y="2155597"/>
            <a:ext cx="6614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>
                    <a:lumMod val="95000"/>
                  </a:schemeClr>
                </a:solidFill>
              </a:rPr>
              <a:t>Initial analysis reveals;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EED49-E408-D1AD-FF28-6F5FB71B70BF}"/>
              </a:ext>
            </a:extLst>
          </p:cNvPr>
          <p:cNvSpPr txBox="1"/>
          <p:nvPr/>
        </p:nvSpPr>
        <p:spPr>
          <a:xfrm>
            <a:off x="1046627" y="2738801"/>
            <a:ext cx="661407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Expression of dissatisfaction with pricing, citing cheaper options from competitors.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Complaints of poor quality products or lack of required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Products not meeting up with expectations as ‘advertised’.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0" name="Graphic 31" descr="Research outline">
            <a:extLst>
              <a:ext uri="{FF2B5EF4-FFF2-40B4-BE49-F238E27FC236}">
                <a16:creationId xmlns:a16="http://schemas.microsoft.com/office/drawing/2014/main" id="{CEEB0BFF-50D6-C4C2-5D07-FB9F33ABB203}"/>
              </a:ext>
            </a:extLst>
          </p:cNvPr>
          <p:cNvSpPr/>
          <p:nvPr/>
        </p:nvSpPr>
        <p:spPr>
          <a:xfrm>
            <a:off x="339545" y="2095613"/>
            <a:ext cx="617891" cy="610324"/>
          </a:xfrm>
          <a:custGeom>
            <a:avLst/>
            <a:gdLst>
              <a:gd name="connsiteX0" fmla="*/ 732718 w 747966"/>
              <a:gd name="connsiteY0" fmla="*/ 637151 h 746439"/>
              <a:gd name="connsiteX1" fmla="*/ 598825 w 747966"/>
              <a:gd name="connsiteY1" fmla="*/ 503030 h 746439"/>
              <a:gd name="connsiteX2" fmla="*/ 518053 w 747966"/>
              <a:gd name="connsiteY2" fmla="*/ 503030 h 746439"/>
              <a:gd name="connsiteX3" fmla="*/ 478410 w 747966"/>
              <a:gd name="connsiteY3" fmla="*/ 463386 h 746439"/>
              <a:gd name="connsiteX4" fmla="*/ 463386 w 747966"/>
              <a:gd name="connsiteY4" fmla="*/ 73452 h 746439"/>
              <a:gd name="connsiteX5" fmla="*/ 73453 w 747966"/>
              <a:gd name="connsiteY5" fmla="*/ 88476 h 746439"/>
              <a:gd name="connsiteX6" fmla="*/ 88475 w 747966"/>
              <a:gd name="connsiteY6" fmla="*/ 478410 h 746439"/>
              <a:gd name="connsiteX7" fmla="*/ 464951 w 747966"/>
              <a:gd name="connsiteY7" fmla="*/ 476950 h 746439"/>
              <a:gd name="connsiteX8" fmla="*/ 504575 w 747966"/>
              <a:gd name="connsiteY8" fmla="*/ 516584 h 746439"/>
              <a:gd name="connsiteX9" fmla="*/ 489564 w 747966"/>
              <a:gd name="connsiteY9" fmla="*/ 553683 h 746439"/>
              <a:gd name="connsiteX10" fmla="*/ 504518 w 747966"/>
              <a:gd name="connsiteY10" fmla="*/ 597118 h 746439"/>
              <a:gd name="connsiteX11" fmla="*/ 638363 w 747966"/>
              <a:gd name="connsiteY11" fmla="*/ 731191 h 746439"/>
              <a:gd name="connsiteX12" fmla="*/ 676558 w 747966"/>
              <a:gd name="connsiteY12" fmla="*/ 746431 h 746439"/>
              <a:gd name="connsiteX13" fmla="*/ 726241 w 747966"/>
              <a:gd name="connsiteY13" fmla="*/ 725010 h 746439"/>
              <a:gd name="connsiteX14" fmla="*/ 747634 w 747966"/>
              <a:gd name="connsiteY14" fmla="*/ 680614 h 746439"/>
              <a:gd name="connsiteX15" fmla="*/ 732718 w 747966"/>
              <a:gd name="connsiteY15" fmla="*/ 637151 h 746439"/>
              <a:gd name="connsiteX16" fmla="*/ 94676 w 747966"/>
              <a:gd name="connsiteY16" fmla="*/ 93169 h 746439"/>
              <a:gd name="connsiteX17" fmla="*/ 322057 w 747966"/>
              <a:gd name="connsiteY17" fmla="*/ 21731 h 746439"/>
              <a:gd name="connsiteX18" fmla="*/ 421527 w 747966"/>
              <a:gd name="connsiteY18" fmla="*/ 62451 h 746439"/>
              <a:gd name="connsiteX19" fmla="*/ 533588 w 747966"/>
              <a:gd name="connsiteY19" fmla="*/ 275020 h 746439"/>
              <a:gd name="connsiteX20" fmla="*/ 433576 w 747966"/>
              <a:gd name="connsiteY20" fmla="*/ 275020 h 746439"/>
              <a:gd name="connsiteX21" fmla="*/ 426346 w 747966"/>
              <a:gd name="connsiteY21" fmla="*/ 278344 h 746439"/>
              <a:gd name="connsiteX22" fmla="*/ 381083 w 747966"/>
              <a:gd name="connsiteY22" fmla="*/ 331151 h 746439"/>
              <a:gd name="connsiteX23" fmla="*/ 380952 w 747966"/>
              <a:gd name="connsiteY23" fmla="*/ 331181 h 746439"/>
              <a:gd name="connsiteX24" fmla="*/ 380921 w 747966"/>
              <a:gd name="connsiteY24" fmla="*/ 331151 h 746439"/>
              <a:gd name="connsiteX25" fmla="*/ 347527 w 747966"/>
              <a:gd name="connsiteY25" fmla="*/ 205888 h 746439"/>
              <a:gd name="connsiteX26" fmla="*/ 335868 w 747966"/>
              <a:gd name="connsiteY26" fmla="*/ 199140 h 746439"/>
              <a:gd name="connsiteX27" fmla="*/ 329429 w 747966"/>
              <a:gd name="connsiteY27" fmla="*/ 204935 h 746439"/>
              <a:gd name="connsiteX28" fmla="*/ 259811 w 747966"/>
              <a:gd name="connsiteY28" fmla="*/ 384958 h 746439"/>
              <a:gd name="connsiteX29" fmla="*/ 259691 w 747966"/>
              <a:gd name="connsiteY29" fmla="*/ 385019 h 746439"/>
              <a:gd name="connsiteX30" fmla="*/ 259630 w 747966"/>
              <a:gd name="connsiteY30" fmla="*/ 384958 h 746439"/>
              <a:gd name="connsiteX31" fmla="*/ 214339 w 747966"/>
              <a:gd name="connsiteY31" fmla="*/ 139937 h 746439"/>
              <a:gd name="connsiteX32" fmla="*/ 203238 w 747966"/>
              <a:gd name="connsiteY32" fmla="*/ 132305 h 746439"/>
              <a:gd name="connsiteX33" fmla="*/ 195936 w 747966"/>
              <a:gd name="connsiteY33" fmla="*/ 138660 h 746439"/>
              <a:gd name="connsiteX34" fmla="*/ 150483 w 747966"/>
              <a:gd name="connsiteY34" fmla="*/ 275020 h 746439"/>
              <a:gd name="connsiteX35" fmla="*/ 19467 w 747966"/>
              <a:gd name="connsiteY35" fmla="*/ 275020 h 746439"/>
              <a:gd name="connsiteX36" fmla="*/ 94676 w 747966"/>
              <a:gd name="connsiteY36" fmla="*/ 93169 h 746439"/>
              <a:gd name="connsiteX37" fmla="*/ 134205 w 747966"/>
              <a:gd name="connsiteY37" fmla="*/ 489409 h 746439"/>
              <a:gd name="connsiteX38" fmla="*/ 20248 w 747966"/>
              <a:gd name="connsiteY38" fmla="*/ 294070 h 746439"/>
              <a:gd name="connsiteX39" fmla="*/ 157351 w 747966"/>
              <a:gd name="connsiteY39" fmla="*/ 294070 h 746439"/>
              <a:gd name="connsiteX40" fmla="*/ 166390 w 747966"/>
              <a:gd name="connsiteY40" fmla="*/ 287555 h 746439"/>
              <a:gd name="connsiteX41" fmla="*/ 202213 w 747966"/>
              <a:gd name="connsiteY41" fmla="*/ 180084 h 746439"/>
              <a:gd name="connsiteX42" fmla="*/ 202333 w 747966"/>
              <a:gd name="connsiteY42" fmla="*/ 180023 h 746439"/>
              <a:gd name="connsiteX43" fmla="*/ 202394 w 747966"/>
              <a:gd name="connsiteY43" fmla="*/ 180084 h 746439"/>
              <a:gd name="connsiteX44" fmla="*/ 247086 w 747966"/>
              <a:gd name="connsiteY44" fmla="*/ 421772 h 746439"/>
              <a:gd name="connsiteX45" fmla="*/ 255572 w 747966"/>
              <a:gd name="connsiteY45" fmla="*/ 429525 h 746439"/>
              <a:gd name="connsiteX46" fmla="*/ 256458 w 747966"/>
              <a:gd name="connsiteY46" fmla="*/ 429525 h 746439"/>
              <a:gd name="connsiteX47" fmla="*/ 265336 w 747966"/>
              <a:gd name="connsiteY47" fmla="*/ 423439 h 746439"/>
              <a:gd name="connsiteX48" fmla="*/ 336554 w 747966"/>
              <a:gd name="connsiteY48" fmla="*/ 239282 h 746439"/>
              <a:gd name="connsiteX49" fmla="*/ 336674 w 747966"/>
              <a:gd name="connsiteY49" fmla="*/ 239221 h 746439"/>
              <a:gd name="connsiteX50" fmla="*/ 336735 w 747966"/>
              <a:gd name="connsiteY50" fmla="*/ 239282 h 746439"/>
              <a:gd name="connsiteX51" fmla="*/ 367215 w 747966"/>
              <a:gd name="connsiteY51" fmla="*/ 353582 h 746439"/>
              <a:gd name="connsiteX52" fmla="*/ 378876 w 747966"/>
              <a:gd name="connsiteY52" fmla="*/ 360325 h 746439"/>
              <a:gd name="connsiteX53" fmla="*/ 383646 w 747966"/>
              <a:gd name="connsiteY53" fmla="*/ 357326 h 746439"/>
              <a:gd name="connsiteX54" fmla="*/ 437957 w 747966"/>
              <a:gd name="connsiteY54" fmla="*/ 294070 h 746439"/>
              <a:gd name="connsiteX55" fmla="*/ 532807 w 747966"/>
              <a:gd name="connsiteY55" fmla="*/ 294070 h 746439"/>
              <a:gd name="connsiteX56" fmla="*/ 257612 w 747966"/>
              <a:gd name="connsiteY56" fmla="*/ 531657 h 746439"/>
              <a:gd name="connsiteX57" fmla="*/ 231465 w 747966"/>
              <a:gd name="connsiteY57" fmla="*/ 528385 h 746439"/>
              <a:gd name="connsiteX58" fmla="*/ 134205 w 747966"/>
              <a:gd name="connsiteY58" fmla="*/ 489409 h 746439"/>
              <a:gd name="connsiteX59" fmla="*/ 712830 w 747966"/>
              <a:gd name="connsiteY59" fmla="*/ 711484 h 746439"/>
              <a:gd name="connsiteX60" fmla="*/ 651870 w 747966"/>
              <a:gd name="connsiteY60" fmla="*/ 717733 h 746439"/>
              <a:gd name="connsiteX61" fmla="*/ 517996 w 747966"/>
              <a:gd name="connsiteY61" fmla="*/ 583630 h 746439"/>
              <a:gd name="connsiteX62" fmla="*/ 508547 w 747966"/>
              <a:gd name="connsiteY62" fmla="*/ 555303 h 746439"/>
              <a:gd name="connsiteX63" fmla="*/ 524397 w 747966"/>
              <a:gd name="connsiteY63" fmla="*/ 522756 h 746439"/>
              <a:gd name="connsiteX64" fmla="*/ 585357 w 747966"/>
              <a:gd name="connsiteY64" fmla="*/ 516507 h 746439"/>
              <a:gd name="connsiteX65" fmla="*/ 719240 w 747966"/>
              <a:gd name="connsiteY65" fmla="*/ 650610 h 746439"/>
              <a:gd name="connsiteX66" fmla="*/ 728689 w 747966"/>
              <a:gd name="connsiteY66" fmla="*/ 678937 h 746439"/>
              <a:gd name="connsiteX67" fmla="*/ 712830 w 747966"/>
              <a:gd name="connsiteY67" fmla="*/ 711484 h 746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747966" h="746439">
                <a:moveTo>
                  <a:pt x="732718" y="637151"/>
                </a:moveTo>
                <a:lnTo>
                  <a:pt x="598825" y="503030"/>
                </a:lnTo>
                <a:cubicBezTo>
                  <a:pt x="578327" y="482494"/>
                  <a:pt x="543713" y="483103"/>
                  <a:pt x="518053" y="503030"/>
                </a:cubicBezTo>
                <a:lnTo>
                  <a:pt x="478410" y="463386"/>
                </a:lnTo>
                <a:cubicBezTo>
                  <a:pt x="581939" y="351560"/>
                  <a:pt x="575212" y="176981"/>
                  <a:pt x="463386" y="73452"/>
                </a:cubicBezTo>
                <a:cubicBezTo>
                  <a:pt x="351561" y="-30077"/>
                  <a:pt x="176981" y="-23350"/>
                  <a:pt x="73453" y="88476"/>
                </a:cubicBezTo>
                <a:cubicBezTo>
                  <a:pt x="-30077" y="200301"/>
                  <a:pt x="-23350" y="374881"/>
                  <a:pt x="88475" y="478410"/>
                </a:cubicBezTo>
                <a:cubicBezTo>
                  <a:pt x="194863" y="576904"/>
                  <a:pt x="359330" y="576266"/>
                  <a:pt x="464951" y="476950"/>
                </a:cubicBezTo>
                <a:lnTo>
                  <a:pt x="504575" y="516584"/>
                </a:lnTo>
                <a:cubicBezTo>
                  <a:pt x="496092" y="527240"/>
                  <a:pt x="490878" y="540127"/>
                  <a:pt x="489564" y="553683"/>
                </a:cubicBezTo>
                <a:cubicBezTo>
                  <a:pt x="487791" y="569670"/>
                  <a:pt x="493278" y="585610"/>
                  <a:pt x="504518" y="597118"/>
                </a:cubicBezTo>
                <a:lnTo>
                  <a:pt x="638363" y="731191"/>
                </a:lnTo>
                <a:cubicBezTo>
                  <a:pt x="648539" y="741183"/>
                  <a:pt x="662299" y="746673"/>
                  <a:pt x="676558" y="746431"/>
                </a:cubicBezTo>
                <a:cubicBezTo>
                  <a:pt x="695293" y="746107"/>
                  <a:pt x="713144" y="738409"/>
                  <a:pt x="726241" y="725010"/>
                </a:cubicBezTo>
                <a:cubicBezTo>
                  <a:pt x="738375" y="713190"/>
                  <a:pt x="745951" y="697469"/>
                  <a:pt x="747634" y="680614"/>
                </a:cubicBezTo>
                <a:cubicBezTo>
                  <a:pt x="749422" y="664623"/>
                  <a:pt x="743948" y="648673"/>
                  <a:pt x="732718" y="637151"/>
                </a:cubicBezTo>
                <a:close/>
                <a:moveTo>
                  <a:pt x="94676" y="93169"/>
                </a:moveTo>
                <a:cubicBezTo>
                  <a:pt x="154172" y="33516"/>
                  <a:pt x="239135" y="6822"/>
                  <a:pt x="322057" y="21731"/>
                </a:cubicBezTo>
                <a:cubicBezTo>
                  <a:pt x="357788" y="27883"/>
                  <a:pt x="391739" y="41781"/>
                  <a:pt x="421527" y="62451"/>
                </a:cubicBezTo>
                <a:cubicBezTo>
                  <a:pt x="491738" y="110413"/>
                  <a:pt x="533689" y="189990"/>
                  <a:pt x="533588" y="275020"/>
                </a:cubicBezTo>
                <a:lnTo>
                  <a:pt x="433576" y="275020"/>
                </a:lnTo>
                <a:cubicBezTo>
                  <a:pt x="430796" y="275020"/>
                  <a:pt x="428156" y="276235"/>
                  <a:pt x="426346" y="278344"/>
                </a:cubicBezTo>
                <a:lnTo>
                  <a:pt x="381083" y="331151"/>
                </a:lnTo>
                <a:cubicBezTo>
                  <a:pt x="381056" y="331196"/>
                  <a:pt x="380997" y="331209"/>
                  <a:pt x="380952" y="331181"/>
                </a:cubicBezTo>
                <a:cubicBezTo>
                  <a:pt x="380940" y="331174"/>
                  <a:pt x="380929" y="331163"/>
                  <a:pt x="380921" y="331151"/>
                </a:cubicBezTo>
                <a:lnTo>
                  <a:pt x="347527" y="205888"/>
                </a:lnTo>
                <a:cubicBezTo>
                  <a:pt x="346170" y="200805"/>
                  <a:pt x="340951" y="197784"/>
                  <a:pt x="335868" y="199140"/>
                </a:cubicBezTo>
                <a:cubicBezTo>
                  <a:pt x="332916" y="199928"/>
                  <a:pt x="330522" y="202082"/>
                  <a:pt x="329429" y="204935"/>
                </a:cubicBezTo>
                <a:lnTo>
                  <a:pt x="259811" y="384958"/>
                </a:lnTo>
                <a:cubicBezTo>
                  <a:pt x="259795" y="385007"/>
                  <a:pt x="259741" y="385035"/>
                  <a:pt x="259691" y="385019"/>
                </a:cubicBezTo>
                <a:cubicBezTo>
                  <a:pt x="259662" y="385009"/>
                  <a:pt x="259640" y="384986"/>
                  <a:pt x="259630" y="384958"/>
                </a:cubicBezTo>
                <a:lnTo>
                  <a:pt x="214339" y="139937"/>
                </a:lnTo>
                <a:cubicBezTo>
                  <a:pt x="213380" y="134764"/>
                  <a:pt x="208411" y="131348"/>
                  <a:pt x="203238" y="132305"/>
                </a:cubicBezTo>
                <a:cubicBezTo>
                  <a:pt x="199829" y="132937"/>
                  <a:pt x="197033" y="135371"/>
                  <a:pt x="195936" y="138660"/>
                </a:cubicBezTo>
                <a:lnTo>
                  <a:pt x="150483" y="275020"/>
                </a:lnTo>
                <a:lnTo>
                  <a:pt x="19467" y="275020"/>
                </a:lnTo>
                <a:cubicBezTo>
                  <a:pt x="19348" y="206812"/>
                  <a:pt x="46414" y="141368"/>
                  <a:pt x="94676" y="93169"/>
                </a:cubicBezTo>
                <a:close/>
                <a:moveTo>
                  <a:pt x="134205" y="489409"/>
                </a:moveTo>
                <a:cubicBezTo>
                  <a:pt x="68060" y="445418"/>
                  <a:pt x="25988" y="373300"/>
                  <a:pt x="20248" y="294070"/>
                </a:cubicBezTo>
                <a:lnTo>
                  <a:pt x="157351" y="294070"/>
                </a:lnTo>
                <a:cubicBezTo>
                  <a:pt x="161452" y="294071"/>
                  <a:pt x="165094" y="291446"/>
                  <a:pt x="166390" y="287555"/>
                </a:cubicBezTo>
                <a:lnTo>
                  <a:pt x="202213" y="180084"/>
                </a:lnTo>
                <a:cubicBezTo>
                  <a:pt x="202230" y="180035"/>
                  <a:pt x="202284" y="180007"/>
                  <a:pt x="202333" y="180023"/>
                </a:cubicBezTo>
                <a:cubicBezTo>
                  <a:pt x="202362" y="180033"/>
                  <a:pt x="202385" y="180056"/>
                  <a:pt x="202394" y="180084"/>
                </a:cubicBezTo>
                <a:lnTo>
                  <a:pt x="247086" y="421772"/>
                </a:lnTo>
                <a:cubicBezTo>
                  <a:pt x="247860" y="425965"/>
                  <a:pt x="251327" y="429132"/>
                  <a:pt x="255572" y="429525"/>
                </a:cubicBezTo>
                <a:cubicBezTo>
                  <a:pt x="255868" y="429525"/>
                  <a:pt x="256163" y="429525"/>
                  <a:pt x="256458" y="429525"/>
                </a:cubicBezTo>
                <a:cubicBezTo>
                  <a:pt x="260390" y="429523"/>
                  <a:pt x="263916" y="427105"/>
                  <a:pt x="265336" y="423439"/>
                </a:cubicBezTo>
                <a:lnTo>
                  <a:pt x="336554" y="239282"/>
                </a:lnTo>
                <a:cubicBezTo>
                  <a:pt x="336570" y="239233"/>
                  <a:pt x="336624" y="239205"/>
                  <a:pt x="336674" y="239221"/>
                </a:cubicBezTo>
                <a:cubicBezTo>
                  <a:pt x="336703" y="239231"/>
                  <a:pt x="336725" y="239254"/>
                  <a:pt x="336735" y="239282"/>
                </a:cubicBezTo>
                <a:lnTo>
                  <a:pt x="367215" y="353582"/>
                </a:lnTo>
                <a:cubicBezTo>
                  <a:pt x="368573" y="358665"/>
                  <a:pt x="373794" y="361683"/>
                  <a:pt x="378876" y="360325"/>
                </a:cubicBezTo>
                <a:cubicBezTo>
                  <a:pt x="380732" y="359829"/>
                  <a:pt x="382395" y="358784"/>
                  <a:pt x="383646" y="357326"/>
                </a:cubicBezTo>
                <a:lnTo>
                  <a:pt x="437957" y="294070"/>
                </a:lnTo>
                <a:lnTo>
                  <a:pt x="532807" y="294070"/>
                </a:lnTo>
                <a:cubicBezTo>
                  <a:pt x="522422" y="435671"/>
                  <a:pt x="399212" y="542042"/>
                  <a:pt x="257612" y="531657"/>
                </a:cubicBezTo>
                <a:cubicBezTo>
                  <a:pt x="248846" y="531014"/>
                  <a:pt x="240119" y="529922"/>
                  <a:pt x="231465" y="528385"/>
                </a:cubicBezTo>
                <a:cubicBezTo>
                  <a:pt x="196636" y="522475"/>
                  <a:pt x="163475" y="509186"/>
                  <a:pt x="134205" y="489409"/>
                </a:cubicBezTo>
                <a:close/>
                <a:moveTo>
                  <a:pt x="712830" y="711484"/>
                </a:moveTo>
                <a:cubicBezTo>
                  <a:pt x="694265" y="729991"/>
                  <a:pt x="666919" y="732801"/>
                  <a:pt x="651870" y="717733"/>
                </a:cubicBezTo>
                <a:lnTo>
                  <a:pt x="517996" y="583630"/>
                </a:lnTo>
                <a:cubicBezTo>
                  <a:pt x="510768" y="576076"/>
                  <a:pt x="507302" y="565683"/>
                  <a:pt x="508547" y="555303"/>
                </a:cubicBezTo>
                <a:cubicBezTo>
                  <a:pt x="509835" y="542927"/>
                  <a:pt x="515448" y="531402"/>
                  <a:pt x="524397" y="522756"/>
                </a:cubicBezTo>
                <a:cubicBezTo>
                  <a:pt x="542951" y="504239"/>
                  <a:pt x="570297" y="501429"/>
                  <a:pt x="585357" y="516507"/>
                </a:cubicBezTo>
                <a:lnTo>
                  <a:pt x="719240" y="650610"/>
                </a:lnTo>
                <a:cubicBezTo>
                  <a:pt x="726465" y="658166"/>
                  <a:pt x="729931" y="668557"/>
                  <a:pt x="728689" y="678937"/>
                </a:cubicBezTo>
                <a:cubicBezTo>
                  <a:pt x="727397" y="691314"/>
                  <a:pt x="721781" y="702839"/>
                  <a:pt x="712830" y="711484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217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E8F1E-54EE-5504-DB0A-9693F84A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8045C8-197D-351A-AAEB-77EE6AC214AA}"/>
              </a:ext>
            </a:extLst>
          </p:cNvPr>
          <p:cNvSpPr txBox="1"/>
          <p:nvPr/>
        </p:nvSpPr>
        <p:spPr>
          <a:xfrm>
            <a:off x="532503" y="174880"/>
            <a:ext cx="71343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Why Customers are</a:t>
            </a:r>
          </a:p>
          <a:p>
            <a:r>
              <a:rPr lang="en-GB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Cancelling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582C0-912F-5522-F255-4693EE716FC0}"/>
              </a:ext>
            </a:extLst>
          </p:cNvPr>
          <p:cNvSpPr txBox="1"/>
          <p:nvPr/>
        </p:nvSpPr>
        <p:spPr>
          <a:xfrm>
            <a:off x="532503" y="1485518"/>
            <a:ext cx="9600848" cy="403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4">
                    <a:lumMod val="75000"/>
                  </a:schemeClr>
                </a:solidFill>
              </a:rPr>
              <a:t>Breakdown of Cancellation Reasons by Product Category &amp; Complaint 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912A1-1B19-838B-E80F-87069E46F82D}"/>
              </a:ext>
            </a:extLst>
          </p:cNvPr>
          <p:cNvSpPr/>
          <p:nvPr/>
        </p:nvSpPr>
        <p:spPr>
          <a:xfrm>
            <a:off x="526848" y="1294124"/>
            <a:ext cx="10718775" cy="45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695BF09-D560-B5B9-9F74-E90EE3620D71}"/>
              </a:ext>
            </a:extLst>
          </p:cNvPr>
          <p:cNvSpPr/>
          <p:nvPr/>
        </p:nvSpPr>
        <p:spPr>
          <a:xfrm>
            <a:off x="695682" y="3429000"/>
            <a:ext cx="10800635" cy="2656894"/>
          </a:xfrm>
          <a:custGeom>
            <a:avLst/>
            <a:gdLst>
              <a:gd name="connsiteX0" fmla="*/ 7844853 w 10800635"/>
              <a:gd name="connsiteY0" fmla="*/ 1347685 h 2656894"/>
              <a:gd name="connsiteX1" fmla="*/ 8196814 w 10800635"/>
              <a:gd name="connsiteY1" fmla="*/ 1347685 h 2656894"/>
              <a:gd name="connsiteX2" fmla="*/ 8196829 w 10800635"/>
              <a:gd name="connsiteY2" fmla="*/ 1347980 h 2656894"/>
              <a:gd name="connsiteX3" fmla="*/ 9322744 w 10800635"/>
              <a:gd name="connsiteY3" fmla="*/ 2375523 h 2656894"/>
              <a:gd name="connsiteX4" fmla="*/ 10448659 w 10800635"/>
              <a:gd name="connsiteY4" fmla="*/ 1347980 h 2656894"/>
              <a:gd name="connsiteX5" fmla="*/ 10448674 w 10800635"/>
              <a:gd name="connsiteY5" fmla="*/ 1347685 h 2656894"/>
              <a:gd name="connsiteX6" fmla="*/ 10800635 w 10800635"/>
              <a:gd name="connsiteY6" fmla="*/ 1347685 h 2656894"/>
              <a:gd name="connsiteX7" fmla="*/ 10799108 w 10800635"/>
              <a:gd name="connsiteY7" fmla="*/ 1376748 h 2656894"/>
              <a:gd name="connsiteX8" fmla="*/ 9322744 w 10800635"/>
              <a:gd name="connsiteY8" fmla="*/ 2656894 h 2656894"/>
              <a:gd name="connsiteX9" fmla="*/ 7846380 w 10800635"/>
              <a:gd name="connsiteY9" fmla="*/ 1376748 h 2656894"/>
              <a:gd name="connsiteX10" fmla="*/ 2595797 w 10800635"/>
              <a:gd name="connsiteY10" fmla="*/ 1347685 h 2656894"/>
              <a:gd name="connsiteX11" fmla="*/ 2947758 w 10800635"/>
              <a:gd name="connsiteY11" fmla="*/ 1347685 h 2656894"/>
              <a:gd name="connsiteX12" fmla="*/ 2947773 w 10800635"/>
              <a:gd name="connsiteY12" fmla="*/ 1347980 h 2656894"/>
              <a:gd name="connsiteX13" fmla="*/ 4073688 w 10800635"/>
              <a:gd name="connsiteY13" fmla="*/ 2375523 h 2656894"/>
              <a:gd name="connsiteX14" fmla="*/ 5199603 w 10800635"/>
              <a:gd name="connsiteY14" fmla="*/ 1347980 h 2656894"/>
              <a:gd name="connsiteX15" fmla="*/ 5199618 w 10800635"/>
              <a:gd name="connsiteY15" fmla="*/ 1347685 h 2656894"/>
              <a:gd name="connsiteX16" fmla="*/ 5551579 w 10800635"/>
              <a:gd name="connsiteY16" fmla="*/ 1347685 h 2656894"/>
              <a:gd name="connsiteX17" fmla="*/ 5550052 w 10800635"/>
              <a:gd name="connsiteY17" fmla="*/ 1376748 h 2656894"/>
              <a:gd name="connsiteX18" fmla="*/ 4073688 w 10800635"/>
              <a:gd name="connsiteY18" fmla="*/ 2656894 h 2656894"/>
              <a:gd name="connsiteX19" fmla="*/ 2597324 w 10800635"/>
              <a:gd name="connsiteY19" fmla="*/ 1376748 h 2656894"/>
              <a:gd name="connsiteX20" fmla="*/ 1477891 w 10800635"/>
              <a:gd name="connsiteY20" fmla="*/ 1 h 2656894"/>
              <a:gd name="connsiteX21" fmla="*/ 2954255 w 10800635"/>
              <a:gd name="connsiteY21" fmla="*/ 1280147 h 2656894"/>
              <a:gd name="connsiteX22" fmla="*/ 2955782 w 10800635"/>
              <a:gd name="connsiteY22" fmla="*/ 1309210 h 2656894"/>
              <a:gd name="connsiteX23" fmla="*/ 2603821 w 10800635"/>
              <a:gd name="connsiteY23" fmla="*/ 1309210 h 2656894"/>
              <a:gd name="connsiteX24" fmla="*/ 2603806 w 10800635"/>
              <a:gd name="connsiteY24" fmla="*/ 1308915 h 2656894"/>
              <a:gd name="connsiteX25" fmla="*/ 1477891 w 10800635"/>
              <a:gd name="connsiteY25" fmla="*/ 281372 h 2656894"/>
              <a:gd name="connsiteX26" fmla="*/ 351976 w 10800635"/>
              <a:gd name="connsiteY26" fmla="*/ 1308915 h 2656894"/>
              <a:gd name="connsiteX27" fmla="*/ 351961 w 10800635"/>
              <a:gd name="connsiteY27" fmla="*/ 1309210 h 2656894"/>
              <a:gd name="connsiteX28" fmla="*/ 0 w 10800635"/>
              <a:gd name="connsiteY28" fmla="*/ 1309210 h 2656894"/>
              <a:gd name="connsiteX29" fmla="*/ 1527 w 10800635"/>
              <a:gd name="connsiteY29" fmla="*/ 1280147 h 2656894"/>
              <a:gd name="connsiteX30" fmla="*/ 1477891 w 10800635"/>
              <a:gd name="connsiteY30" fmla="*/ 1 h 2656894"/>
              <a:gd name="connsiteX31" fmla="*/ 6696966 w 10800635"/>
              <a:gd name="connsiteY31" fmla="*/ 0 h 2656894"/>
              <a:gd name="connsiteX32" fmla="*/ 8173330 w 10800635"/>
              <a:gd name="connsiteY32" fmla="*/ 1280146 h 2656894"/>
              <a:gd name="connsiteX33" fmla="*/ 8174857 w 10800635"/>
              <a:gd name="connsiteY33" fmla="*/ 1309209 h 2656894"/>
              <a:gd name="connsiteX34" fmla="*/ 7822896 w 10800635"/>
              <a:gd name="connsiteY34" fmla="*/ 1309209 h 2656894"/>
              <a:gd name="connsiteX35" fmla="*/ 7822881 w 10800635"/>
              <a:gd name="connsiteY35" fmla="*/ 1308914 h 2656894"/>
              <a:gd name="connsiteX36" fmla="*/ 6696966 w 10800635"/>
              <a:gd name="connsiteY36" fmla="*/ 281371 h 2656894"/>
              <a:gd name="connsiteX37" fmla="*/ 5571051 w 10800635"/>
              <a:gd name="connsiteY37" fmla="*/ 1308914 h 2656894"/>
              <a:gd name="connsiteX38" fmla="*/ 5571036 w 10800635"/>
              <a:gd name="connsiteY38" fmla="*/ 1309209 h 2656894"/>
              <a:gd name="connsiteX39" fmla="*/ 5219075 w 10800635"/>
              <a:gd name="connsiteY39" fmla="*/ 1309209 h 2656894"/>
              <a:gd name="connsiteX40" fmla="*/ 5220602 w 10800635"/>
              <a:gd name="connsiteY40" fmla="*/ 1280146 h 2656894"/>
              <a:gd name="connsiteX41" fmla="*/ 6696966 w 10800635"/>
              <a:gd name="connsiteY41" fmla="*/ 0 h 2656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800635" h="2656894">
                <a:moveTo>
                  <a:pt x="7844853" y="1347685"/>
                </a:moveTo>
                <a:lnTo>
                  <a:pt x="8196814" y="1347685"/>
                </a:lnTo>
                <a:lnTo>
                  <a:pt x="8196829" y="1347980"/>
                </a:lnTo>
                <a:cubicBezTo>
                  <a:pt x="8254786" y="1925136"/>
                  <a:pt x="8736757" y="2375523"/>
                  <a:pt x="9322744" y="2375523"/>
                </a:cubicBezTo>
                <a:cubicBezTo>
                  <a:pt x="9908731" y="2375523"/>
                  <a:pt x="10390702" y="1925136"/>
                  <a:pt x="10448659" y="1347980"/>
                </a:cubicBezTo>
                <a:lnTo>
                  <a:pt x="10448674" y="1347685"/>
                </a:lnTo>
                <a:lnTo>
                  <a:pt x="10800635" y="1347685"/>
                </a:lnTo>
                <a:lnTo>
                  <a:pt x="10799108" y="1376748"/>
                </a:lnTo>
                <a:cubicBezTo>
                  <a:pt x="10723111" y="2095787"/>
                  <a:pt x="10091124" y="2656894"/>
                  <a:pt x="9322744" y="2656894"/>
                </a:cubicBezTo>
                <a:cubicBezTo>
                  <a:pt x="8554364" y="2656894"/>
                  <a:pt x="7922377" y="2095787"/>
                  <a:pt x="7846380" y="1376748"/>
                </a:cubicBezTo>
                <a:close/>
                <a:moveTo>
                  <a:pt x="2595797" y="1347685"/>
                </a:moveTo>
                <a:lnTo>
                  <a:pt x="2947758" y="1347685"/>
                </a:lnTo>
                <a:lnTo>
                  <a:pt x="2947773" y="1347980"/>
                </a:lnTo>
                <a:cubicBezTo>
                  <a:pt x="3005730" y="1925136"/>
                  <a:pt x="3487701" y="2375523"/>
                  <a:pt x="4073688" y="2375523"/>
                </a:cubicBezTo>
                <a:cubicBezTo>
                  <a:pt x="4659675" y="2375523"/>
                  <a:pt x="5141646" y="1925136"/>
                  <a:pt x="5199603" y="1347980"/>
                </a:cubicBezTo>
                <a:lnTo>
                  <a:pt x="5199618" y="1347685"/>
                </a:lnTo>
                <a:lnTo>
                  <a:pt x="5551579" y="1347685"/>
                </a:lnTo>
                <a:lnTo>
                  <a:pt x="5550052" y="1376748"/>
                </a:lnTo>
                <a:cubicBezTo>
                  <a:pt x="5474055" y="2095787"/>
                  <a:pt x="4842068" y="2656894"/>
                  <a:pt x="4073688" y="2656894"/>
                </a:cubicBezTo>
                <a:cubicBezTo>
                  <a:pt x="3305308" y="2656894"/>
                  <a:pt x="2673321" y="2095787"/>
                  <a:pt x="2597324" y="1376748"/>
                </a:cubicBezTo>
                <a:close/>
                <a:moveTo>
                  <a:pt x="1477891" y="1"/>
                </a:moveTo>
                <a:cubicBezTo>
                  <a:pt x="2246271" y="1"/>
                  <a:pt x="2878258" y="561108"/>
                  <a:pt x="2954255" y="1280147"/>
                </a:cubicBezTo>
                <a:lnTo>
                  <a:pt x="2955782" y="1309210"/>
                </a:lnTo>
                <a:lnTo>
                  <a:pt x="2603821" y="1309210"/>
                </a:lnTo>
                <a:lnTo>
                  <a:pt x="2603806" y="1308915"/>
                </a:lnTo>
                <a:cubicBezTo>
                  <a:pt x="2545849" y="731759"/>
                  <a:pt x="2063878" y="281372"/>
                  <a:pt x="1477891" y="281372"/>
                </a:cubicBezTo>
                <a:cubicBezTo>
                  <a:pt x="891904" y="281372"/>
                  <a:pt x="409933" y="731759"/>
                  <a:pt x="351976" y="1308915"/>
                </a:cubicBezTo>
                <a:lnTo>
                  <a:pt x="351961" y="1309210"/>
                </a:lnTo>
                <a:lnTo>
                  <a:pt x="0" y="1309210"/>
                </a:lnTo>
                <a:lnTo>
                  <a:pt x="1527" y="1280147"/>
                </a:lnTo>
                <a:cubicBezTo>
                  <a:pt x="77524" y="561108"/>
                  <a:pt x="709511" y="1"/>
                  <a:pt x="1477891" y="1"/>
                </a:cubicBezTo>
                <a:close/>
                <a:moveTo>
                  <a:pt x="6696966" y="0"/>
                </a:moveTo>
                <a:cubicBezTo>
                  <a:pt x="7465346" y="0"/>
                  <a:pt x="8097333" y="561107"/>
                  <a:pt x="8173330" y="1280146"/>
                </a:cubicBezTo>
                <a:lnTo>
                  <a:pt x="8174857" y="1309209"/>
                </a:lnTo>
                <a:lnTo>
                  <a:pt x="7822896" y="1309209"/>
                </a:lnTo>
                <a:lnTo>
                  <a:pt x="7822881" y="1308914"/>
                </a:lnTo>
                <a:cubicBezTo>
                  <a:pt x="7764924" y="731758"/>
                  <a:pt x="7282953" y="281371"/>
                  <a:pt x="6696966" y="281371"/>
                </a:cubicBezTo>
                <a:cubicBezTo>
                  <a:pt x="6110979" y="281371"/>
                  <a:pt x="5629008" y="731758"/>
                  <a:pt x="5571051" y="1308914"/>
                </a:cubicBezTo>
                <a:lnTo>
                  <a:pt x="5571036" y="1309209"/>
                </a:lnTo>
                <a:lnTo>
                  <a:pt x="5219075" y="1309209"/>
                </a:lnTo>
                <a:lnTo>
                  <a:pt x="5220602" y="1280146"/>
                </a:lnTo>
                <a:cubicBezTo>
                  <a:pt x="5296599" y="561107"/>
                  <a:pt x="5928586" y="0"/>
                  <a:pt x="6696966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DAFCF4-DB24-1660-45B6-00736F3D4C4E}"/>
              </a:ext>
            </a:extLst>
          </p:cNvPr>
          <p:cNvSpPr txBox="1"/>
          <p:nvPr/>
        </p:nvSpPr>
        <p:spPr>
          <a:xfrm>
            <a:off x="179881" y="5029200"/>
            <a:ext cx="2758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Order Placed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4F81D9-76CE-A19C-C317-7D787F35A517}"/>
              </a:ext>
            </a:extLst>
          </p:cNvPr>
          <p:cNvSpPr txBox="1"/>
          <p:nvPr/>
        </p:nvSpPr>
        <p:spPr>
          <a:xfrm>
            <a:off x="1981876" y="2755236"/>
            <a:ext cx="3742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[Problem Occurs]</a:t>
            </a:r>
          </a:p>
          <a:p>
            <a:pPr algn="ctr"/>
            <a:r>
              <a:rPr lang="en-GB" i="1" dirty="0"/>
              <a:t>Product requires/Doesn’t match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AAAB66-C7B1-8BDC-6926-C7093ED303E7}"/>
              </a:ext>
            </a:extLst>
          </p:cNvPr>
          <p:cNvSpPr txBox="1"/>
          <p:nvPr/>
        </p:nvSpPr>
        <p:spPr>
          <a:xfrm>
            <a:off x="3652489" y="6085894"/>
            <a:ext cx="4143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GB" dirty="0"/>
              <a:t>[Customer Acts]</a:t>
            </a:r>
          </a:p>
          <a:p>
            <a:r>
              <a:rPr lang="en-GB" b="0" i="1" dirty="0"/>
              <a:t>Files a complaint &gt;&gt; Gets Poor Service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1830DA-DB24-4CAB-3819-750ADBA99021}"/>
              </a:ext>
            </a:extLst>
          </p:cNvPr>
          <p:cNvSpPr txBox="1"/>
          <p:nvPr/>
        </p:nvSpPr>
        <p:spPr>
          <a:xfrm>
            <a:off x="7247813" y="2755235"/>
            <a:ext cx="2758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GB" dirty="0"/>
              <a:t>Loss of Trust</a:t>
            </a:r>
          </a:p>
          <a:p>
            <a:r>
              <a:rPr lang="en-GB" b="0" i="1" dirty="0"/>
              <a:t>“Frustration Grows”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AF440-B85B-B61D-AD13-02BF600F5113}"/>
              </a:ext>
            </a:extLst>
          </p:cNvPr>
          <p:cNvSpPr txBox="1"/>
          <p:nvPr/>
        </p:nvSpPr>
        <p:spPr>
          <a:xfrm>
            <a:off x="9754127" y="4026152"/>
            <a:ext cx="2758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GB" dirty="0"/>
              <a:t>Final Act</a:t>
            </a:r>
          </a:p>
          <a:p>
            <a:r>
              <a:rPr lang="en-GB" b="0" i="1" dirty="0"/>
              <a:t>Customers Leave</a:t>
            </a:r>
          </a:p>
        </p:txBody>
      </p:sp>
    </p:spTree>
    <p:extLst>
      <p:ext uri="{BB962C8B-B14F-4D97-AF65-F5344CB8AC3E}">
        <p14:creationId xmlns:p14="http://schemas.microsoft.com/office/powerpoint/2010/main" val="1874782913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 animBg="1"/>
      <p:bldP spid="22" grpId="0"/>
      <p:bldP spid="23" grpId="0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8F990-634A-2B48-E637-B8559C0F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ED07CE-15D9-D692-B645-049808BE1B28}"/>
              </a:ext>
            </a:extLst>
          </p:cNvPr>
          <p:cNvSpPr/>
          <p:nvPr/>
        </p:nvSpPr>
        <p:spPr>
          <a:xfrm>
            <a:off x="6780551" y="427703"/>
            <a:ext cx="5411449" cy="3410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07F6B1-FFBA-48EF-AD5E-F909678404C1}"/>
              </a:ext>
            </a:extLst>
          </p:cNvPr>
          <p:cNvSpPr/>
          <p:nvPr/>
        </p:nvSpPr>
        <p:spPr>
          <a:xfrm>
            <a:off x="6780550" y="3644278"/>
            <a:ext cx="5411449" cy="2816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4EA6B21-31BE-84A0-A246-A005B3AC127E}"/>
              </a:ext>
            </a:extLst>
          </p:cNvPr>
          <p:cNvSpPr/>
          <p:nvPr/>
        </p:nvSpPr>
        <p:spPr>
          <a:xfrm>
            <a:off x="-16412" y="427703"/>
            <a:ext cx="8555971" cy="6033393"/>
          </a:xfrm>
          <a:custGeom>
            <a:avLst/>
            <a:gdLst>
              <a:gd name="connsiteX0" fmla="*/ 0 w 8555971"/>
              <a:gd name="connsiteY0" fmla="*/ 0 h 3477719"/>
              <a:gd name="connsiteX1" fmla="*/ 8432733 w 8555971"/>
              <a:gd name="connsiteY1" fmla="*/ 0 h 3477719"/>
              <a:gd name="connsiteX2" fmla="*/ 8046617 w 8555971"/>
              <a:gd name="connsiteY2" fmla="*/ 1666023 h 3477719"/>
              <a:gd name="connsiteX3" fmla="*/ 8046263 w 8555971"/>
              <a:gd name="connsiteY3" fmla="*/ 1666928 h 3477719"/>
              <a:gd name="connsiteX4" fmla="*/ 8046395 w 8555971"/>
              <a:gd name="connsiteY4" fmla="*/ 1666980 h 3477719"/>
              <a:gd name="connsiteX5" fmla="*/ 8046264 w 8555971"/>
              <a:gd name="connsiteY5" fmla="*/ 1667543 h 3477719"/>
              <a:gd name="connsiteX6" fmla="*/ 8050141 w 8555971"/>
              <a:gd name="connsiteY6" fmla="*/ 1668442 h 3477719"/>
              <a:gd name="connsiteX7" fmla="*/ 8555971 w 8555971"/>
              <a:gd name="connsiteY7" fmla="*/ 1865864 h 3477719"/>
              <a:gd name="connsiteX8" fmla="*/ 8182409 w 8555971"/>
              <a:gd name="connsiteY8" fmla="*/ 3477719 h 3477719"/>
              <a:gd name="connsiteX9" fmla="*/ 0 w 8555971"/>
              <a:gd name="connsiteY9" fmla="*/ 3477719 h 3477719"/>
              <a:gd name="connsiteX10" fmla="*/ 0 w 8555971"/>
              <a:gd name="connsiteY10" fmla="*/ 0 h 34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55971" h="3477719">
                <a:moveTo>
                  <a:pt x="0" y="0"/>
                </a:moveTo>
                <a:lnTo>
                  <a:pt x="8432733" y="0"/>
                </a:lnTo>
                <a:lnTo>
                  <a:pt x="8046617" y="1666023"/>
                </a:lnTo>
                <a:lnTo>
                  <a:pt x="8046263" y="1666928"/>
                </a:lnTo>
                <a:lnTo>
                  <a:pt x="8046395" y="1666980"/>
                </a:lnTo>
                <a:lnTo>
                  <a:pt x="8046264" y="1667543"/>
                </a:lnTo>
                <a:lnTo>
                  <a:pt x="8050141" y="1668442"/>
                </a:lnTo>
                <a:lnTo>
                  <a:pt x="8555971" y="1865864"/>
                </a:lnTo>
                <a:lnTo>
                  <a:pt x="8182409" y="3477719"/>
                </a:lnTo>
                <a:lnTo>
                  <a:pt x="0" y="347771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12" name="Graphic 51" descr="Comment Important outline">
            <a:extLst>
              <a:ext uri="{FF2B5EF4-FFF2-40B4-BE49-F238E27FC236}">
                <a16:creationId xmlns:a16="http://schemas.microsoft.com/office/drawing/2014/main" id="{AEF8DB56-57E4-2EBE-12DD-00F301BE8DA8}"/>
              </a:ext>
            </a:extLst>
          </p:cNvPr>
          <p:cNvGrpSpPr/>
          <p:nvPr/>
        </p:nvGrpSpPr>
        <p:grpSpPr>
          <a:xfrm>
            <a:off x="10026650" y="2609011"/>
            <a:ext cx="642266" cy="411843"/>
            <a:chOff x="6613898" y="1060888"/>
            <a:chExt cx="647703" cy="590664"/>
          </a:xfrm>
          <a:solidFill>
            <a:schemeClr val="bg1">
              <a:lumMod val="7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FD558FD-3610-76F7-2C49-8C7D8CE075A8}"/>
                </a:ext>
              </a:extLst>
            </p:cNvPr>
            <p:cNvSpPr/>
            <p:nvPr/>
          </p:nvSpPr>
          <p:spPr>
            <a:xfrm>
              <a:off x="6613898" y="1060888"/>
              <a:ext cx="647703" cy="590664"/>
            </a:xfrm>
            <a:custGeom>
              <a:avLst/>
              <a:gdLst>
                <a:gd name="connsiteX0" fmla="*/ 615316 w 647703"/>
                <a:gd name="connsiteY0" fmla="*/ 0 h 590664"/>
                <a:gd name="connsiteX1" fmla="*/ 32386 w 647703"/>
                <a:gd name="connsiteY1" fmla="*/ 0 h 590664"/>
                <a:gd name="connsiteX2" fmla="*/ 1 w 647703"/>
                <a:gd name="connsiteY2" fmla="*/ 32385 h 590664"/>
                <a:gd name="connsiteX3" fmla="*/ 1 w 647703"/>
                <a:gd name="connsiteY3" fmla="*/ 425882 h 590664"/>
                <a:gd name="connsiteX4" fmla="*/ 31851 w 647703"/>
                <a:gd name="connsiteY4" fmla="*/ 458267 h 590664"/>
                <a:gd name="connsiteX5" fmla="*/ 32386 w 647703"/>
                <a:gd name="connsiteY5" fmla="*/ 458267 h 590664"/>
                <a:gd name="connsiteX6" fmla="*/ 388621 w 647703"/>
                <a:gd name="connsiteY6" fmla="*/ 458267 h 590664"/>
                <a:gd name="connsiteX7" fmla="*/ 518161 w 647703"/>
                <a:gd name="connsiteY7" fmla="*/ 590664 h 590664"/>
                <a:gd name="connsiteX8" fmla="*/ 518161 w 647703"/>
                <a:gd name="connsiteY8" fmla="*/ 459219 h 590664"/>
                <a:gd name="connsiteX9" fmla="*/ 615316 w 647703"/>
                <a:gd name="connsiteY9" fmla="*/ 459219 h 590664"/>
                <a:gd name="connsiteX10" fmla="*/ 647701 w 647703"/>
                <a:gd name="connsiteY10" fmla="*/ 426834 h 590664"/>
                <a:gd name="connsiteX11" fmla="*/ 647701 w 647703"/>
                <a:gd name="connsiteY11" fmla="*/ 33347 h 590664"/>
                <a:gd name="connsiteX12" fmla="*/ 615316 w 647703"/>
                <a:gd name="connsiteY12" fmla="*/ 0 h 590664"/>
                <a:gd name="connsiteX13" fmla="*/ 628651 w 647703"/>
                <a:gd name="connsiteY13" fmla="*/ 426834 h 590664"/>
                <a:gd name="connsiteX14" fmla="*/ 615316 w 647703"/>
                <a:gd name="connsiteY14" fmla="*/ 440169 h 590664"/>
                <a:gd name="connsiteX15" fmla="*/ 499111 w 647703"/>
                <a:gd name="connsiteY15" fmla="*/ 440169 h 590664"/>
                <a:gd name="connsiteX16" fmla="*/ 499111 w 647703"/>
                <a:gd name="connsiteY16" fmla="*/ 543992 h 590664"/>
                <a:gd name="connsiteX17" fmla="*/ 402261 w 647703"/>
                <a:gd name="connsiteY17" fmla="*/ 444960 h 590664"/>
                <a:gd name="connsiteX18" fmla="*/ 396651 w 647703"/>
                <a:gd name="connsiteY18" fmla="*/ 439245 h 590664"/>
                <a:gd name="connsiteX19" fmla="*/ 32386 w 647703"/>
                <a:gd name="connsiteY19" fmla="*/ 439245 h 590664"/>
                <a:gd name="connsiteX20" fmla="*/ 19051 w 647703"/>
                <a:gd name="connsiteY20" fmla="*/ 426489 h 590664"/>
                <a:gd name="connsiteX21" fmla="*/ 19051 w 647703"/>
                <a:gd name="connsiteY21" fmla="*/ 425910 h 590664"/>
                <a:gd name="connsiteX22" fmla="*/ 19051 w 647703"/>
                <a:gd name="connsiteY22" fmla="*/ 32395 h 590664"/>
                <a:gd name="connsiteX23" fmla="*/ 32386 w 647703"/>
                <a:gd name="connsiteY23" fmla="*/ 19060 h 590664"/>
                <a:gd name="connsiteX24" fmla="*/ 615316 w 647703"/>
                <a:gd name="connsiteY24" fmla="*/ 19060 h 590664"/>
                <a:gd name="connsiteX25" fmla="*/ 628651 w 647703"/>
                <a:gd name="connsiteY25" fmla="*/ 33347 h 5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7703" h="590664">
                  <a:moveTo>
                    <a:pt x="615316" y="0"/>
                  </a:moveTo>
                  <a:lnTo>
                    <a:pt x="32386" y="0"/>
                  </a:lnTo>
                  <a:cubicBezTo>
                    <a:pt x="14578" y="186"/>
                    <a:pt x="187" y="14577"/>
                    <a:pt x="1" y="32385"/>
                  </a:cubicBezTo>
                  <a:lnTo>
                    <a:pt x="1" y="425882"/>
                  </a:lnTo>
                  <a:cubicBezTo>
                    <a:pt x="-147" y="443619"/>
                    <a:pt x="14112" y="458119"/>
                    <a:pt x="31851" y="458267"/>
                  </a:cubicBezTo>
                  <a:cubicBezTo>
                    <a:pt x="32029" y="458268"/>
                    <a:pt x="32208" y="458268"/>
                    <a:pt x="32386" y="458267"/>
                  </a:cubicBezTo>
                  <a:lnTo>
                    <a:pt x="388621" y="458267"/>
                  </a:lnTo>
                  <a:lnTo>
                    <a:pt x="518161" y="590664"/>
                  </a:lnTo>
                  <a:lnTo>
                    <a:pt x="518161" y="459219"/>
                  </a:lnTo>
                  <a:lnTo>
                    <a:pt x="615316" y="459219"/>
                  </a:lnTo>
                  <a:cubicBezTo>
                    <a:pt x="633124" y="459034"/>
                    <a:pt x="647515" y="444642"/>
                    <a:pt x="647701" y="426834"/>
                  </a:cubicBezTo>
                  <a:lnTo>
                    <a:pt x="647701" y="33347"/>
                  </a:lnTo>
                  <a:cubicBezTo>
                    <a:pt x="647929" y="15210"/>
                    <a:pt x="633452" y="303"/>
                    <a:pt x="615316" y="0"/>
                  </a:cubicBezTo>
                  <a:close/>
                  <a:moveTo>
                    <a:pt x="628651" y="426834"/>
                  </a:moveTo>
                  <a:cubicBezTo>
                    <a:pt x="628461" y="434119"/>
                    <a:pt x="622601" y="439979"/>
                    <a:pt x="615316" y="440169"/>
                  </a:cubicBezTo>
                  <a:lnTo>
                    <a:pt x="499111" y="440169"/>
                  </a:lnTo>
                  <a:lnTo>
                    <a:pt x="499111" y="543992"/>
                  </a:lnTo>
                  <a:lnTo>
                    <a:pt x="402261" y="444960"/>
                  </a:lnTo>
                  <a:lnTo>
                    <a:pt x="396651" y="439245"/>
                  </a:lnTo>
                  <a:lnTo>
                    <a:pt x="32386" y="439245"/>
                  </a:lnTo>
                  <a:cubicBezTo>
                    <a:pt x="25181" y="439405"/>
                    <a:pt x="19211" y="433693"/>
                    <a:pt x="19051" y="426489"/>
                  </a:cubicBezTo>
                  <a:cubicBezTo>
                    <a:pt x="19047" y="426295"/>
                    <a:pt x="19047" y="426103"/>
                    <a:pt x="19051" y="425910"/>
                  </a:cubicBezTo>
                  <a:lnTo>
                    <a:pt x="19051" y="32395"/>
                  </a:lnTo>
                  <a:cubicBezTo>
                    <a:pt x="19242" y="25110"/>
                    <a:pt x="25101" y="19250"/>
                    <a:pt x="32386" y="19060"/>
                  </a:cubicBezTo>
                  <a:lnTo>
                    <a:pt x="615316" y="19060"/>
                  </a:lnTo>
                  <a:cubicBezTo>
                    <a:pt x="622934" y="19344"/>
                    <a:pt x="628892" y="25728"/>
                    <a:pt x="628651" y="33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92BB807-EEBE-5904-5F8B-4419DAE13B1D}"/>
                </a:ext>
              </a:extLst>
            </p:cNvPr>
            <p:cNvSpPr/>
            <p:nvPr/>
          </p:nvSpPr>
          <p:spPr>
            <a:xfrm>
              <a:off x="6927043" y="1156091"/>
              <a:ext cx="21431" cy="200025"/>
            </a:xfrm>
            <a:custGeom>
              <a:avLst/>
              <a:gdLst>
                <a:gd name="connsiteX0" fmla="*/ 0 w 21431"/>
                <a:gd name="connsiteY0" fmla="*/ 0 h 200025"/>
                <a:gd name="connsiteX1" fmla="*/ 21431 w 21431"/>
                <a:gd name="connsiteY1" fmla="*/ 0 h 200025"/>
                <a:gd name="connsiteX2" fmla="*/ 21431 w 21431"/>
                <a:gd name="connsiteY2" fmla="*/ 200025 h 200025"/>
                <a:gd name="connsiteX3" fmla="*/ 0 w 21431"/>
                <a:gd name="connsiteY3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200025">
                  <a:moveTo>
                    <a:pt x="0" y="0"/>
                  </a:moveTo>
                  <a:lnTo>
                    <a:pt x="21431" y="0"/>
                  </a:lnTo>
                  <a:lnTo>
                    <a:pt x="21431" y="200025"/>
                  </a:lnTo>
                  <a:lnTo>
                    <a:pt x="0" y="200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E86628-7109-4821-ECB0-2C626846156E}"/>
                </a:ext>
              </a:extLst>
            </p:cNvPr>
            <p:cNvSpPr/>
            <p:nvPr/>
          </p:nvSpPr>
          <p:spPr>
            <a:xfrm>
              <a:off x="6918700" y="138707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" name="Graphic 47" descr="Envelope outline">
            <a:extLst>
              <a:ext uri="{FF2B5EF4-FFF2-40B4-BE49-F238E27FC236}">
                <a16:creationId xmlns:a16="http://schemas.microsoft.com/office/drawing/2014/main" id="{B12B3EBB-BB25-03F3-D11C-C63643CA420F}"/>
              </a:ext>
            </a:extLst>
          </p:cNvPr>
          <p:cNvSpPr/>
          <p:nvPr/>
        </p:nvSpPr>
        <p:spPr>
          <a:xfrm>
            <a:off x="11046674" y="1391912"/>
            <a:ext cx="534213" cy="325767"/>
          </a:xfrm>
          <a:custGeom>
            <a:avLst/>
            <a:gdLst>
              <a:gd name="connsiteX0" fmla="*/ 0 w 723900"/>
              <a:gd name="connsiteY0" fmla="*/ 0 h 514350"/>
              <a:gd name="connsiteX1" fmla="*/ 0 w 723900"/>
              <a:gd name="connsiteY1" fmla="*/ 514350 h 514350"/>
              <a:gd name="connsiteX2" fmla="*/ 723900 w 723900"/>
              <a:gd name="connsiteY2" fmla="*/ 514350 h 514350"/>
              <a:gd name="connsiteX3" fmla="*/ 723900 w 723900"/>
              <a:gd name="connsiteY3" fmla="*/ 0 h 514350"/>
              <a:gd name="connsiteX4" fmla="*/ 382162 w 723900"/>
              <a:gd name="connsiteY4" fmla="*/ 328270 h 514350"/>
              <a:gd name="connsiteX5" fmla="*/ 341738 w 723900"/>
              <a:gd name="connsiteY5" fmla="*/ 328270 h 514350"/>
              <a:gd name="connsiteX6" fmla="*/ 32680 w 723900"/>
              <a:gd name="connsiteY6" fmla="*/ 19212 h 514350"/>
              <a:gd name="connsiteX7" fmla="*/ 32681 w 723900"/>
              <a:gd name="connsiteY7" fmla="*/ 19078 h 514350"/>
              <a:gd name="connsiteX8" fmla="*/ 32747 w 723900"/>
              <a:gd name="connsiteY8" fmla="*/ 19050 h 514350"/>
              <a:gd name="connsiteX9" fmla="*/ 691153 w 723900"/>
              <a:gd name="connsiteY9" fmla="*/ 19050 h 514350"/>
              <a:gd name="connsiteX10" fmla="*/ 691247 w 723900"/>
              <a:gd name="connsiteY10" fmla="*/ 19146 h 514350"/>
              <a:gd name="connsiteX11" fmla="*/ 691220 w 723900"/>
              <a:gd name="connsiteY11" fmla="*/ 19212 h 514350"/>
              <a:gd name="connsiteX12" fmla="*/ 243707 w 723900"/>
              <a:gd name="connsiteY12" fmla="*/ 257175 h 514350"/>
              <a:gd name="connsiteX13" fmla="*/ 19212 w 723900"/>
              <a:gd name="connsiteY13" fmla="*/ 481670 h 514350"/>
              <a:gd name="connsiteX14" fmla="*/ 19078 w 723900"/>
              <a:gd name="connsiteY14" fmla="*/ 481669 h 514350"/>
              <a:gd name="connsiteX15" fmla="*/ 19050 w 723900"/>
              <a:gd name="connsiteY15" fmla="*/ 481603 h 514350"/>
              <a:gd name="connsiteX16" fmla="*/ 19050 w 723900"/>
              <a:gd name="connsiteY16" fmla="*/ 32747 h 514350"/>
              <a:gd name="connsiteX17" fmla="*/ 19146 w 723900"/>
              <a:gd name="connsiteY17" fmla="*/ 32653 h 514350"/>
              <a:gd name="connsiteX18" fmla="*/ 19212 w 723900"/>
              <a:gd name="connsiteY18" fmla="*/ 32680 h 514350"/>
              <a:gd name="connsiteX19" fmla="*/ 257175 w 723900"/>
              <a:gd name="connsiteY19" fmla="*/ 270643 h 514350"/>
              <a:gd name="connsiteX20" fmla="*/ 328270 w 723900"/>
              <a:gd name="connsiteY20" fmla="*/ 341738 h 514350"/>
              <a:gd name="connsiteX21" fmla="*/ 395622 w 723900"/>
              <a:gd name="connsiteY21" fmla="*/ 341747 h 514350"/>
              <a:gd name="connsiteX22" fmla="*/ 395630 w 723900"/>
              <a:gd name="connsiteY22" fmla="*/ 341738 h 514350"/>
              <a:gd name="connsiteX23" fmla="*/ 466725 w 723900"/>
              <a:gd name="connsiteY23" fmla="*/ 270643 h 514350"/>
              <a:gd name="connsiteX24" fmla="*/ 691220 w 723900"/>
              <a:gd name="connsiteY24" fmla="*/ 495138 h 514350"/>
              <a:gd name="connsiteX25" fmla="*/ 691219 w 723900"/>
              <a:gd name="connsiteY25" fmla="*/ 495272 h 514350"/>
              <a:gd name="connsiteX26" fmla="*/ 691153 w 723900"/>
              <a:gd name="connsiteY26" fmla="*/ 495300 h 514350"/>
              <a:gd name="connsiteX27" fmla="*/ 32747 w 723900"/>
              <a:gd name="connsiteY27" fmla="*/ 495300 h 514350"/>
              <a:gd name="connsiteX28" fmla="*/ 32653 w 723900"/>
              <a:gd name="connsiteY28" fmla="*/ 495204 h 514350"/>
              <a:gd name="connsiteX29" fmla="*/ 32680 w 723900"/>
              <a:gd name="connsiteY29" fmla="*/ 495138 h 514350"/>
              <a:gd name="connsiteX30" fmla="*/ 480193 w 723900"/>
              <a:gd name="connsiteY30" fmla="*/ 257175 h 514350"/>
              <a:gd name="connsiteX31" fmla="*/ 704688 w 723900"/>
              <a:gd name="connsiteY31" fmla="*/ 32680 h 514350"/>
              <a:gd name="connsiteX32" fmla="*/ 704822 w 723900"/>
              <a:gd name="connsiteY32" fmla="*/ 32681 h 514350"/>
              <a:gd name="connsiteX33" fmla="*/ 704850 w 723900"/>
              <a:gd name="connsiteY33" fmla="*/ 32747 h 514350"/>
              <a:gd name="connsiteX34" fmla="*/ 704850 w 723900"/>
              <a:gd name="connsiteY34" fmla="*/ 481603 h 514350"/>
              <a:gd name="connsiteX35" fmla="*/ 704754 w 723900"/>
              <a:gd name="connsiteY35" fmla="*/ 481697 h 514350"/>
              <a:gd name="connsiteX36" fmla="*/ 704688 w 723900"/>
              <a:gd name="connsiteY36" fmla="*/ 48167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23900" h="514350">
                <a:moveTo>
                  <a:pt x="0" y="0"/>
                </a:moveTo>
                <a:lnTo>
                  <a:pt x="0" y="514350"/>
                </a:lnTo>
                <a:lnTo>
                  <a:pt x="723900" y="514350"/>
                </a:lnTo>
                <a:lnTo>
                  <a:pt x="723900" y="0"/>
                </a:lnTo>
                <a:close/>
                <a:moveTo>
                  <a:pt x="382162" y="328270"/>
                </a:moveTo>
                <a:cubicBezTo>
                  <a:pt x="370980" y="339385"/>
                  <a:pt x="352920" y="339385"/>
                  <a:pt x="341738" y="328270"/>
                </a:cubicBezTo>
                <a:lnTo>
                  <a:pt x="32680" y="19212"/>
                </a:lnTo>
                <a:cubicBezTo>
                  <a:pt x="32643" y="19175"/>
                  <a:pt x="32644" y="19114"/>
                  <a:pt x="32681" y="19078"/>
                </a:cubicBezTo>
                <a:cubicBezTo>
                  <a:pt x="32699" y="19060"/>
                  <a:pt x="32722" y="19050"/>
                  <a:pt x="32747" y="19050"/>
                </a:cubicBezTo>
                <a:lnTo>
                  <a:pt x="691153" y="19050"/>
                </a:lnTo>
                <a:cubicBezTo>
                  <a:pt x="691205" y="19051"/>
                  <a:pt x="691247" y="19094"/>
                  <a:pt x="691247" y="19146"/>
                </a:cubicBezTo>
                <a:cubicBezTo>
                  <a:pt x="691246" y="19171"/>
                  <a:pt x="691237" y="19195"/>
                  <a:pt x="691220" y="19212"/>
                </a:cubicBezTo>
                <a:close/>
                <a:moveTo>
                  <a:pt x="243707" y="257175"/>
                </a:moveTo>
                <a:lnTo>
                  <a:pt x="19212" y="481670"/>
                </a:lnTo>
                <a:cubicBezTo>
                  <a:pt x="19175" y="481707"/>
                  <a:pt x="19114" y="481706"/>
                  <a:pt x="19078" y="481669"/>
                </a:cubicBezTo>
                <a:cubicBezTo>
                  <a:pt x="19060" y="481651"/>
                  <a:pt x="19050" y="481628"/>
                  <a:pt x="19050" y="481603"/>
                </a:cubicBezTo>
                <a:lnTo>
                  <a:pt x="19050" y="32747"/>
                </a:lnTo>
                <a:cubicBezTo>
                  <a:pt x="19051" y="32695"/>
                  <a:pt x="19094" y="32653"/>
                  <a:pt x="19146" y="32653"/>
                </a:cubicBezTo>
                <a:cubicBezTo>
                  <a:pt x="19171" y="32654"/>
                  <a:pt x="19195" y="32663"/>
                  <a:pt x="19212" y="32680"/>
                </a:cubicBezTo>
                <a:close/>
                <a:moveTo>
                  <a:pt x="257175" y="270643"/>
                </a:moveTo>
                <a:lnTo>
                  <a:pt x="328270" y="341738"/>
                </a:lnTo>
                <a:cubicBezTo>
                  <a:pt x="346866" y="360339"/>
                  <a:pt x="377020" y="360343"/>
                  <a:pt x="395622" y="341747"/>
                </a:cubicBezTo>
                <a:cubicBezTo>
                  <a:pt x="395625" y="341744"/>
                  <a:pt x="395628" y="341741"/>
                  <a:pt x="395630" y="341738"/>
                </a:cubicBezTo>
                <a:lnTo>
                  <a:pt x="466725" y="270643"/>
                </a:lnTo>
                <a:lnTo>
                  <a:pt x="691220" y="495138"/>
                </a:lnTo>
                <a:cubicBezTo>
                  <a:pt x="691257" y="495175"/>
                  <a:pt x="691256" y="495236"/>
                  <a:pt x="691219" y="495272"/>
                </a:cubicBezTo>
                <a:cubicBezTo>
                  <a:pt x="691201" y="495290"/>
                  <a:pt x="691178" y="495300"/>
                  <a:pt x="691153" y="495300"/>
                </a:cubicBezTo>
                <a:lnTo>
                  <a:pt x="32747" y="495300"/>
                </a:lnTo>
                <a:cubicBezTo>
                  <a:pt x="32695" y="495299"/>
                  <a:pt x="32653" y="495256"/>
                  <a:pt x="32653" y="495204"/>
                </a:cubicBezTo>
                <a:cubicBezTo>
                  <a:pt x="32654" y="495179"/>
                  <a:pt x="32663" y="495155"/>
                  <a:pt x="32680" y="495138"/>
                </a:cubicBezTo>
                <a:close/>
                <a:moveTo>
                  <a:pt x="480193" y="257175"/>
                </a:moveTo>
                <a:lnTo>
                  <a:pt x="704688" y="32680"/>
                </a:lnTo>
                <a:cubicBezTo>
                  <a:pt x="704725" y="32643"/>
                  <a:pt x="704786" y="32644"/>
                  <a:pt x="704822" y="32681"/>
                </a:cubicBezTo>
                <a:cubicBezTo>
                  <a:pt x="704840" y="32699"/>
                  <a:pt x="704850" y="32722"/>
                  <a:pt x="704850" y="32747"/>
                </a:cubicBezTo>
                <a:lnTo>
                  <a:pt x="704850" y="481603"/>
                </a:lnTo>
                <a:cubicBezTo>
                  <a:pt x="704849" y="481655"/>
                  <a:pt x="704806" y="481697"/>
                  <a:pt x="704754" y="481697"/>
                </a:cubicBezTo>
                <a:cubicBezTo>
                  <a:pt x="704729" y="481696"/>
                  <a:pt x="704705" y="481687"/>
                  <a:pt x="704688" y="48167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55" descr="Bar graph with downward trend outline">
            <a:extLst>
              <a:ext uri="{FF2B5EF4-FFF2-40B4-BE49-F238E27FC236}">
                <a16:creationId xmlns:a16="http://schemas.microsoft.com/office/drawing/2014/main" id="{ED697AA1-C2A3-355C-A499-BABE64E53840}"/>
              </a:ext>
            </a:extLst>
          </p:cNvPr>
          <p:cNvGrpSpPr/>
          <p:nvPr/>
        </p:nvGrpSpPr>
        <p:grpSpPr>
          <a:xfrm>
            <a:off x="9267385" y="1270534"/>
            <a:ext cx="504490" cy="511769"/>
            <a:chOff x="6904375" y="1341791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C72444C-7DAB-B904-36FF-E16C18DE1584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6EA9D48-5EB1-7D7B-496B-32D6367E7325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BE61A9D-9A10-39B4-7F3D-6C2C9440613B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41F43E8-E7CF-7710-F33A-4F1C6F7B8B4D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6D3CBD2-7934-5F3F-7CE1-FA9685D7DC5F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3" name="Graphic 45" descr="Chat bubble outline">
            <a:extLst>
              <a:ext uri="{FF2B5EF4-FFF2-40B4-BE49-F238E27FC236}">
                <a16:creationId xmlns:a16="http://schemas.microsoft.com/office/drawing/2014/main" id="{AC01E598-6C38-D4E4-40B8-AB68FF9A16C2}"/>
              </a:ext>
            </a:extLst>
          </p:cNvPr>
          <p:cNvGrpSpPr/>
          <p:nvPr/>
        </p:nvGrpSpPr>
        <p:grpSpPr>
          <a:xfrm>
            <a:off x="9357141" y="4193996"/>
            <a:ext cx="616327" cy="426845"/>
            <a:chOff x="6163900" y="610841"/>
            <a:chExt cx="647700" cy="590550"/>
          </a:xfrm>
          <a:solidFill>
            <a:schemeClr val="bg1">
              <a:lumMod val="7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0F06939-110D-E52E-6654-88D781C84AF1}"/>
                </a:ext>
              </a:extLst>
            </p:cNvPr>
            <p:cNvSpPr/>
            <p:nvPr/>
          </p:nvSpPr>
          <p:spPr>
            <a:xfrm>
              <a:off x="6163900" y="610841"/>
              <a:ext cx="647700" cy="590550"/>
            </a:xfrm>
            <a:custGeom>
              <a:avLst/>
              <a:gdLst>
                <a:gd name="connsiteX0" fmla="*/ 609600 w 647700"/>
                <a:gd name="connsiteY0" fmla="*/ 19050 h 590550"/>
                <a:gd name="connsiteX1" fmla="*/ 628650 w 647700"/>
                <a:gd name="connsiteY1" fmla="*/ 38100 h 590550"/>
                <a:gd name="connsiteX2" fmla="*/ 628650 w 647700"/>
                <a:gd name="connsiteY2" fmla="*/ 419100 h 590550"/>
                <a:gd name="connsiteX3" fmla="*/ 609600 w 647700"/>
                <a:gd name="connsiteY3" fmla="*/ 438150 h 590550"/>
                <a:gd name="connsiteX4" fmla="*/ 495300 w 647700"/>
                <a:gd name="connsiteY4" fmla="*/ 438150 h 590550"/>
                <a:gd name="connsiteX5" fmla="*/ 495300 w 647700"/>
                <a:gd name="connsiteY5" fmla="*/ 544563 h 590550"/>
                <a:gd name="connsiteX6" fmla="*/ 399231 w 647700"/>
                <a:gd name="connsiteY6" fmla="*/ 448494 h 590550"/>
                <a:gd name="connsiteX7" fmla="*/ 393649 w 647700"/>
                <a:gd name="connsiteY7" fmla="*/ 442913 h 590550"/>
                <a:gd name="connsiteX8" fmla="*/ 38100 w 647700"/>
                <a:gd name="connsiteY8" fmla="*/ 442913 h 590550"/>
                <a:gd name="connsiteX9" fmla="*/ 19050 w 647700"/>
                <a:gd name="connsiteY9" fmla="*/ 423863 h 590550"/>
                <a:gd name="connsiteX10" fmla="*/ 19050 w 647700"/>
                <a:gd name="connsiteY10" fmla="*/ 38100 h 590550"/>
                <a:gd name="connsiteX11" fmla="*/ 38100 w 647700"/>
                <a:gd name="connsiteY11" fmla="*/ 19050 h 590550"/>
                <a:gd name="connsiteX12" fmla="*/ 609600 w 647700"/>
                <a:gd name="connsiteY12" fmla="*/ 19050 h 590550"/>
                <a:gd name="connsiteX13" fmla="*/ 609600 w 647700"/>
                <a:gd name="connsiteY13" fmla="*/ 0 h 590550"/>
                <a:gd name="connsiteX14" fmla="*/ 38100 w 647700"/>
                <a:gd name="connsiteY14" fmla="*/ 0 h 590550"/>
                <a:gd name="connsiteX15" fmla="*/ 0 w 647700"/>
                <a:gd name="connsiteY15" fmla="*/ 38100 h 590550"/>
                <a:gd name="connsiteX16" fmla="*/ 0 w 647700"/>
                <a:gd name="connsiteY16" fmla="*/ 423863 h 590550"/>
                <a:gd name="connsiteX17" fmla="*/ 38100 w 647700"/>
                <a:gd name="connsiteY17" fmla="*/ 461963 h 590550"/>
                <a:gd name="connsiteX18" fmla="*/ 385763 w 647700"/>
                <a:gd name="connsiteY18" fmla="*/ 461963 h 590550"/>
                <a:gd name="connsiteX19" fmla="*/ 514350 w 647700"/>
                <a:gd name="connsiteY19" fmla="*/ 590550 h 590550"/>
                <a:gd name="connsiteX20" fmla="*/ 514350 w 647700"/>
                <a:gd name="connsiteY20" fmla="*/ 457200 h 590550"/>
                <a:gd name="connsiteX21" fmla="*/ 609600 w 647700"/>
                <a:gd name="connsiteY21" fmla="*/ 457200 h 590550"/>
                <a:gd name="connsiteX22" fmla="*/ 647700 w 647700"/>
                <a:gd name="connsiteY22" fmla="*/ 419100 h 590550"/>
                <a:gd name="connsiteX23" fmla="*/ 647700 w 647700"/>
                <a:gd name="connsiteY23" fmla="*/ 38100 h 590550"/>
                <a:gd name="connsiteX24" fmla="*/ 609600 w 647700"/>
                <a:gd name="connsiteY2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7700" h="590550">
                  <a:moveTo>
                    <a:pt x="609600" y="19050"/>
                  </a:moveTo>
                  <a:cubicBezTo>
                    <a:pt x="620121" y="19050"/>
                    <a:pt x="628650" y="27579"/>
                    <a:pt x="628650" y="38100"/>
                  </a:cubicBezTo>
                  <a:lnTo>
                    <a:pt x="628650" y="419100"/>
                  </a:lnTo>
                  <a:cubicBezTo>
                    <a:pt x="628650" y="429621"/>
                    <a:pt x="620121" y="438150"/>
                    <a:pt x="609600" y="438150"/>
                  </a:cubicBezTo>
                  <a:lnTo>
                    <a:pt x="495300" y="438150"/>
                  </a:lnTo>
                  <a:lnTo>
                    <a:pt x="495300" y="544563"/>
                  </a:lnTo>
                  <a:lnTo>
                    <a:pt x="399231" y="448494"/>
                  </a:lnTo>
                  <a:lnTo>
                    <a:pt x="393649" y="442913"/>
                  </a:lnTo>
                  <a:lnTo>
                    <a:pt x="38100" y="442913"/>
                  </a:lnTo>
                  <a:cubicBezTo>
                    <a:pt x="27579" y="442913"/>
                    <a:pt x="19050" y="434384"/>
                    <a:pt x="19050" y="423863"/>
                  </a:cubicBezTo>
                  <a:lnTo>
                    <a:pt x="19050" y="38100"/>
                  </a:lnTo>
                  <a:cubicBezTo>
                    <a:pt x="19050" y="27579"/>
                    <a:pt x="27579" y="19050"/>
                    <a:pt x="38100" y="19050"/>
                  </a:cubicBezTo>
                  <a:lnTo>
                    <a:pt x="609600" y="19050"/>
                  </a:lnTo>
                  <a:moveTo>
                    <a:pt x="609600" y="0"/>
                  </a:moveTo>
                  <a:lnTo>
                    <a:pt x="38100" y="0"/>
                  </a:lnTo>
                  <a:cubicBezTo>
                    <a:pt x="17058" y="0"/>
                    <a:pt x="0" y="17058"/>
                    <a:pt x="0" y="38100"/>
                  </a:cubicBezTo>
                  <a:lnTo>
                    <a:pt x="0" y="423863"/>
                  </a:lnTo>
                  <a:cubicBezTo>
                    <a:pt x="0" y="444904"/>
                    <a:pt x="17058" y="461963"/>
                    <a:pt x="38100" y="461963"/>
                  </a:cubicBezTo>
                  <a:lnTo>
                    <a:pt x="385763" y="461963"/>
                  </a:lnTo>
                  <a:lnTo>
                    <a:pt x="514350" y="590550"/>
                  </a:lnTo>
                  <a:lnTo>
                    <a:pt x="514350" y="457200"/>
                  </a:lnTo>
                  <a:lnTo>
                    <a:pt x="609600" y="457200"/>
                  </a:lnTo>
                  <a:cubicBezTo>
                    <a:pt x="630642" y="457200"/>
                    <a:pt x="647700" y="440142"/>
                    <a:pt x="647700" y="419100"/>
                  </a:cubicBezTo>
                  <a:lnTo>
                    <a:pt x="647700" y="38100"/>
                  </a:lnTo>
                  <a:cubicBezTo>
                    <a:pt x="647700" y="17058"/>
                    <a:pt x="630642" y="0"/>
                    <a:pt x="60960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24644AC-24CB-A90B-338B-9A6DEA36DFBC}"/>
                </a:ext>
              </a:extLst>
            </p:cNvPr>
            <p:cNvSpPr/>
            <p:nvPr/>
          </p:nvSpPr>
          <p:spPr>
            <a:xfrm>
              <a:off x="66115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289C116-A8ED-62D2-88C9-9100D0B8758A}"/>
                </a:ext>
              </a:extLst>
            </p:cNvPr>
            <p:cNvSpPr/>
            <p:nvPr/>
          </p:nvSpPr>
          <p:spPr>
            <a:xfrm>
              <a:off x="64591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F2B7A9C-A313-FAB4-15BC-05072C57463C}"/>
                </a:ext>
              </a:extLst>
            </p:cNvPr>
            <p:cNvSpPr/>
            <p:nvPr/>
          </p:nvSpPr>
          <p:spPr>
            <a:xfrm>
              <a:off x="63067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aphic 53" descr="Alarm clock outline">
            <a:extLst>
              <a:ext uri="{FF2B5EF4-FFF2-40B4-BE49-F238E27FC236}">
                <a16:creationId xmlns:a16="http://schemas.microsoft.com/office/drawing/2014/main" id="{9BEBEEED-C6FD-D4D3-E2F7-E50CCE7F5D62}"/>
              </a:ext>
            </a:extLst>
          </p:cNvPr>
          <p:cNvGrpSpPr/>
          <p:nvPr/>
        </p:nvGrpSpPr>
        <p:grpSpPr>
          <a:xfrm>
            <a:off x="10210409" y="5041480"/>
            <a:ext cx="557815" cy="538628"/>
            <a:chOff x="6768549" y="1187275"/>
            <a:chExt cx="638162" cy="638436"/>
          </a:xfrm>
          <a:solidFill>
            <a:schemeClr val="bg1">
              <a:lumMod val="75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A8EBD32-47C9-7358-CB32-ED2248FBA7BA}"/>
                </a:ext>
              </a:extLst>
            </p:cNvPr>
            <p:cNvSpPr/>
            <p:nvPr/>
          </p:nvSpPr>
          <p:spPr>
            <a:xfrm>
              <a:off x="6925710" y="1377776"/>
              <a:ext cx="171173" cy="171450"/>
            </a:xfrm>
            <a:custGeom>
              <a:avLst/>
              <a:gdLst>
                <a:gd name="connsiteX0" fmla="*/ 161649 w 171173"/>
                <a:gd name="connsiteY0" fmla="*/ 0 h 171450"/>
                <a:gd name="connsiteX1" fmla="*/ 152124 w 171173"/>
                <a:gd name="connsiteY1" fmla="*/ 9525 h 171450"/>
                <a:gd name="connsiteX2" fmla="*/ 152124 w 171173"/>
                <a:gd name="connsiteY2" fmla="*/ 152400 h 171450"/>
                <a:gd name="connsiteX3" fmla="*/ 9525 w 171173"/>
                <a:gd name="connsiteY3" fmla="*/ 152400 h 171450"/>
                <a:gd name="connsiteX4" fmla="*/ 0 w 171173"/>
                <a:gd name="connsiteY4" fmla="*/ 161925 h 171450"/>
                <a:gd name="connsiteX5" fmla="*/ 9525 w 171173"/>
                <a:gd name="connsiteY5" fmla="*/ 171450 h 171450"/>
                <a:gd name="connsiteX6" fmla="*/ 161649 w 171173"/>
                <a:gd name="connsiteY6" fmla="*/ 171450 h 171450"/>
                <a:gd name="connsiteX7" fmla="*/ 171174 w 171173"/>
                <a:gd name="connsiteY7" fmla="*/ 161925 h 171450"/>
                <a:gd name="connsiteX8" fmla="*/ 171174 w 171173"/>
                <a:gd name="connsiteY8" fmla="*/ 9525 h 171450"/>
                <a:gd name="connsiteX9" fmla="*/ 161649 w 171173"/>
                <a:gd name="connsiteY9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73" h="171450">
                  <a:moveTo>
                    <a:pt x="161649" y="0"/>
                  </a:moveTo>
                  <a:cubicBezTo>
                    <a:pt x="156388" y="0"/>
                    <a:pt x="152124" y="4264"/>
                    <a:pt x="152124" y="9525"/>
                  </a:cubicBezTo>
                  <a:lnTo>
                    <a:pt x="152124" y="152400"/>
                  </a:lnTo>
                  <a:lnTo>
                    <a:pt x="9525" y="152400"/>
                  </a:lnTo>
                  <a:cubicBezTo>
                    <a:pt x="4264" y="152400"/>
                    <a:pt x="0" y="156664"/>
                    <a:pt x="0" y="161925"/>
                  </a:cubicBezTo>
                  <a:cubicBezTo>
                    <a:pt x="0" y="167186"/>
                    <a:pt x="4264" y="171450"/>
                    <a:pt x="9525" y="171450"/>
                  </a:cubicBezTo>
                  <a:lnTo>
                    <a:pt x="161649" y="171450"/>
                  </a:lnTo>
                  <a:cubicBezTo>
                    <a:pt x="166909" y="171450"/>
                    <a:pt x="171174" y="167186"/>
                    <a:pt x="171174" y="161925"/>
                  </a:cubicBezTo>
                  <a:lnTo>
                    <a:pt x="171174" y="9525"/>
                  </a:lnTo>
                  <a:cubicBezTo>
                    <a:pt x="171174" y="4264"/>
                    <a:pt x="166909" y="0"/>
                    <a:pt x="16164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686489E-6288-56A2-5ABD-B49176E59C0F}"/>
                </a:ext>
              </a:extLst>
            </p:cNvPr>
            <p:cNvSpPr/>
            <p:nvPr/>
          </p:nvSpPr>
          <p:spPr>
            <a:xfrm>
              <a:off x="6768549" y="1187275"/>
              <a:ext cx="194423" cy="194434"/>
            </a:xfrm>
            <a:custGeom>
              <a:avLst/>
              <a:gdLst>
                <a:gd name="connsiteX0" fmla="*/ 144893 w 194423"/>
                <a:gd name="connsiteY0" fmla="*/ 11555 h 194434"/>
                <a:gd name="connsiteX1" fmla="*/ 91642 w 194423"/>
                <a:gd name="connsiteY1" fmla="*/ 10517 h 194434"/>
                <a:gd name="connsiteX2" fmla="*/ 91553 w 194423"/>
                <a:gd name="connsiteY2" fmla="*/ 10602 h 194434"/>
                <a:gd name="connsiteX3" fmla="*/ 90601 w 194423"/>
                <a:gd name="connsiteY3" fmla="*/ 11555 h 194434"/>
                <a:gd name="connsiteX4" fmla="*/ 11543 w 194423"/>
                <a:gd name="connsiteY4" fmla="*/ 90612 h 194434"/>
                <a:gd name="connsiteX5" fmla="*/ 10545 w 194423"/>
                <a:gd name="connsiteY5" fmla="*/ 143906 h 194434"/>
                <a:gd name="connsiteX6" fmla="*/ 10591 w 194423"/>
                <a:gd name="connsiteY6" fmla="*/ 143952 h 194434"/>
                <a:gd name="connsiteX7" fmla="*/ 11543 w 194423"/>
                <a:gd name="connsiteY7" fmla="*/ 144905 h 194434"/>
                <a:gd name="connsiteX8" fmla="*/ 61073 w 194423"/>
                <a:gd name="connsiteY8" fmla="*/ 194435 h 194434"/>
                <a:gd name="connsiteX9" fmla="*/ 194423 w 194423"/>
                <a:gd name="connsiteY9" fmla="*/ 61085 h 194434"/>
                <a:gd name="connsiteX10" fmla="*/ 25021 w 194423"/>
                <a:gd name="connsiteY10" fmla="*/ 131474 h 194434"/>
                <a:gd name="connsiteX11" fmla="*/ 24069 w 194423"/>
                <a:gd name="connsiteY11" fmla="*/ 130522 h 194434"/>
                <a:gd name="connsiteX12" fmla="*/ 24583 w 194423"/>
                <a:gd name="connsiteY12" fmla="*/ 104528 h 194434"/>
                <a:gd name="connsiteX13" fmla="*/ 25021 w 194423"/>
                <a:gd name="connsiteY13" fmla="*/ 104100 h 194434"/>
                <a:gd name="connsiteX14" fmla="*/ 104079 w 194423"/>
                <a:gd name="connsiteY14" fmla="*/ 25042 h 194434"/>
                <a:gd name="connsiteX15" fmla="*/ 105031 w 194423"/>
                <a:gd name="connsiteY15" fmla="*/ 24090 h 194434"/>
                <a:gd name="connsiteX16" fmla="*/ 130996 w 194423"/>
                <a:gd name="connsiteY16" fmla="*/ 24604 h 194434"/>
                <a:gd name="connsiteX17" fmla="*/ 131425 w 194423"/>
                <a:gd name="connsiteY17" fmla="*/ 25042 h 194434"/>
                <a:gd name="connsiteX18" fmla="*/ 167496 w 194423"/>
                <a:gd name="connsiteY18" fmla="*/ 61113 h 194434"/>
                <a:gd name="connsiteX19" fmla="*/ 61073 w 194423"/>
                <a:gd name="connsiteY19" fmla="*/ 167546 h 19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23" h="194434">
                  <a:moveTo>
                    <a:pt x="144893" y="11555"/>
                  </a:moveTo>
                  <a:cubicBezTo>
                    <a:pt x="130474" y="-3437"/>
                    <a:pt x="106633" y="-3902"/>
                    <a:pt x="91642" y="10517"/>
                  </a:cubicBezTo>
                  <a:cubicBezTo>
                    <a:pt x="91612" y="10545"/>
                    <a:pt x="91583" y="10574"/>
                    <a:pt x="91553" y="10602"/>
                  </a:cubicBezTo>
                  <a:lnTo>
                    <a:pt x="90601" y="11555"/>
                  </a:lnTo>
                  <a:lnTo>
                    <a:pt x="11543" y="90612"/>
                  </a:lnTo>
                  <a:cubicBezTo>
                    <a:pt x="-3449" y="105053"/>
                    <a:pt x="-3896" y="128913"/>
                    <a:pt x="10545" y="143906"/>
                  </a:cubicBezTo>
                  <a:cubicBezTo>
                    <a:pt x="10560" y="143921"/>
                    <a:pt x="10575" y="143937"/>
                    <a:pt x="10591" y="143952"/>
                  </a:cubicBezTo>
                  <a:lnTo>
                    <a:pt x="11543" y="144905"/>
                  </a:lnTo>
                  <a:lnTo>
                    <a:pt x="61073" y="194435"/>
                  </a:lnTo>
                  <a:lnTo>
                    <a:pt x="194423" y="61085"/>
                  </a:lnTo>
                  <a:close/>
                  <a:moveTo>
                    <a:pt x="25021" y="131474"/>
                  </a:moveTo>
                  <a:lnTo>
                    <a:pt x="24069" y="130522"/>
                  </a:lnTo>
                  <a:cubicBezTo>
                    <a:pt x="17177" y="123146"/>
                    <a:pt x="17405" y="111626"/>
                    <a:pt x="24583" y="104528"/>
                  </a:cubicBezTo>
                  <a:cubicBezTo>
                    <a:pt x="24735" y="104385"/>
                    <a:pt x="24878" y="104252"/>
                    <a:pt x="25021" y="104100"/>
                  </a:cubicBezTo>
                  <a:lnTo>
                    <a:pt x="104079" y="25042"/>
                  </a:lnTo>
                  <a:lnTo>
                    <a:pt x="105031" y="24090"/>
                  </a:lnTo>
                  <a:cubicBezTo>
                    <a:pt x="112398" y="17202"/>
                    <a:pt x="123909" y="17430"/>
                    <a:pt x="130996" y="24604"/>
                  </a:cubicBezTo>
                  <a:lnTo>
                    <a:pt x="131425" y="25042"/>
                  </a:lnTo>
                  <a:lnTo>
                    <a:pt x="167496" y="61113"/>
                  </a:lnTo>
                  <a:lnTo>
                    <a:pt x="61073" y="167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94CBCA1-7664-59E1-7C40-2CE428D53E84}"/>
                </a:ext>
              </a:extLst>
            </p:cNvPr>
            <p:cNvSpPr/>
            <p:nvPr/>
          </p:nvSpPr>
          <p:spPr>
            <a:xfrm>
              <a:off x="7212289" y="1187298"/>
              <a:ext cx="194422" cy="194431"/>
            </a:xfrm>
            <a:custGeom>
              <a:avLst/>
              <a:gdLst>
                <a:gd name="connsiteX0" fmla="*/ 182880 w 194422"/>
                <a:gd name="connsiteY0" fmla="*/ 90609 h 194431"/>
                <a:gd name="connsiteX1" fmla="*/ 103822 w 194422"/>
                <a:gd name="connsiteY1" fmla="*/ 11551 h 194431"/>
                <a:gd name="connsiteX2" fmla="*/ 102870 w 194422"/>
                <a:gd name="connsiteY2" fmla="*/ 10599 h 194431"/>
                <a:gd name="connsiteX3" fmla="*/ 49601 w 194422"/>
                <a:gd name="connsiteY3" fmla="*/ 11477 h 194431"/>
                <a:gd name="connsiteX4" fmla="*/ 49530 w 194422"/>
                <a:gd name="connsiteY4" fmla="*/ 11551 h 194431"/>
                <a:gd name="connsiteX5" fmla="*/ 0 w 194422"/>
                <a:gd name="connsiteY5" fmla="*/ 61081 h 194431"/>
                <a:gd name="connsiteX6" fmla="*/ 133350 w 194422"/>
                <a:gd name="connsiteY6" fmla="*/ 194431 h 194431"/>
                <a:gd name="connsiteX7" fmla="*/ 182880 w 194422"/>
                <a:gd name="connsiteY7" fmla="*/ 144901 h 194431"/>
                <a:gd name="connsiteX8" fmla="*/ 183833 w 194422"/>
                <a:gd name="connsiteY8" fmla="*/ 143949 h 194431"/>
                <a:gd name="connsiteX9" fmla="*/ 182927 w 194422"/>
                <a:gd name="connsiteY9" fmla="*/ 90654 h 194431"/>
                <a:gd name="connsiteX10" fmla="*/ 182880 w 194422"/>
                <a:gd name="connsiteY10" fmla="*/ 90609 h 194431"/>
                <a:gd name="connsiteX11" fmla="*/ 170364 w 194422"/>
                <a:gd name="connsiteY11" fmla="*/ 130499 h 194431"/>
                <a:gd name="connsiteX12" fmla="*/ 169412 w 194422"/>
                <a:gd name="connsiteY12" fmla="*/ 131452 h 194431"/>
                <a:gd name="connsiteX13" fmla="*/ 133350 w 194422"/>
                <a:gd name="connsiteY13" fmla="*/ 167523 h 194431"/>
                <a:gd name="connsiteX14" fmla="*/ 26908 w 194422"/>
                <a:gd name="connsiteY14" fmla="*/ 61071 h 194431"/>
                <a:gd name="connsiteX15" fmla="*/ 62979 w 194422"/>
                <a:gd name="connsiteY15" fmla="*/ 25000 h 194431"/>
                <a:gd name="connsiteX16" fmla="*/ 63408 w 194422"/>
                <a:gd name="connsiteY16" fmla="*/ 24562 h 194431"/>
                <a:gd name="connsiteX17" fmla="*/ 89373 w 194422"/>
                <a:gd name="connsiteY17" fmla="*/ 24048 h 194431"/>
                <a:gd name="connsiteX18" fmla="*/ 90326 w 194422"/>
                <a:gd name="connsiteY18" fmla="*/ 25000 h 194431"/>
                <a:gd name="connsiteX19" fmla="*/ 169383 w 194422"/>
                <a:gd name="connsiteY19" fmla="*/ 104058 h 194431"/>
                <a:gd name="connsiteX20" fmla="*/ 169821 w 194422"/>
                <a:gd name="connsiteY20" fmla="*/ 104486 h 194431"/>
                <a:gd name="connsiteX21" fmla="*/ 170336 w 194422"/>
                <a:gd name="connsiteY21" fmla="*/ 130480 h 19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4422" h="194431">
                  <a:moveTo>
                    <a:pt x="182880" y="90609"/>
                  </a:moveTo>
                  <a:lnTo>
                    <a:pt x="103822" y="11551"/>
                  </a:lnTo>
                  <a:lnTo>
                    <a:pt x="102870" y="10599"/>
                  </a:lnTo>
                  <a:cubicBezTo>
                    <a:pt x="87918" y="-3869"/>
                    <a:pt x="64069" y="-3476"/>
                    <a:pt x="49601" y="11477"/>
                  </a:cubicBezTo>
                  <a:cubicBezTo>
                    <a:pt x="49578" y="11501"/>
                    <a:pt x="49554" y="11526"/>
                    <a:pt x="49530" y="11551"/>
                  </a:cubicBezTo>
                  <a:lnTo>
                    <a:pt x="0" y="61081"/>
                  </a:lnTo>
                  <a:lnTo>
                    <a:pt x="133350" y="194431"/>
                  </a:lnTo>
                  <a:lnTo>
                    <a:pt x="182880" y="144901"/>
                  </a:lnTo>
                  <a:lnTo>
                    <a:pt x="183833" y="143949"/>
                  </a:lnTo>
                  <a:cubicBezTo>
                    <a:pt x="198299" y="128982"/>
                    <a:pt x="197894" y="105121"/>
                    <a:pt x="182927" y="90654"/>
                  </a:cubicBezTo>
                  <a:cubicBezTo>
                    <a:pt x="182911" y="90639"/>
                    <a:pt x="182895" y="90624"/>
                    <a:pt x="182880" y="90609"/>
                  </a:cubicBezTo>
                  <a:close/>
                  <a:moveTo>
                    <a:pt x="170364" y="130499"/>
                  </a:moveTo>
                  <a:lnTo>
                    <a:pt x="169412" y="131452"/>
                  </a:lnTo>
                  <a:lnTo>
                    <a:pt x="133350" y="167523"/>
                  </a:lnTo>
                  <a:lnTo>
                    <a:pt x="26908" y="61071"/>
                  </a:lnTo>
                  <a:lnTo>
                    <a:pt x="62979" y="25000"/>
                  </a:lnTo>
                  <a:lnTo>
                    <a:pt x="63408" y="24562"/>
                  </a:lnTo>
                  <a:cubicBezTo>
                    <a:pt x="70495" y="17388"/>
                    <a:pt x="82006" y="17160"/>
                    <a:pt x="89373" y="24048"/>
                  </a:cubicBezTo>
                  <a:lnTo>
                    <a:pt x="90326" y="25000"/>
                  </a:lnTo>
                  <a:lnTo>
                    <a:pt x="169383" y="104058"/>
                  </a:lnTo>
                  <a:cubicBezTo>
                    <a:pt x="169526" y="104210"/>
                    <a:pt x="169669" y="104344"/>
                    <a:pt x="169821" y="104486"/>
                  </a:cubicBezTo>
                  <a:cubicBezTo>
                    <a:pt x="176999" y="111584"/>
                    <a:pt x="177227" y="123104"/>
                    <a:pt x="170336" y="1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F5A0EC2-0A3A-8308-C1BC-853F9A5066D0}"/>
                </a:ext>
              </a:extLst>
            </p:cNvPr>
            <p:cNvSpPr/>
            <p:nvPr/>
          </p:nvSpPr>
          <p:spPr>
            <a:xfrm>
              <a:off x="6839964" y="1215851"/>
              <a:ext cx="495321" cy="609860"/>
            </a:xfrm>
            <a:custGeom>
              <a:avLst/>
              <a:gdLst>
                <a:gd name="connsiteX0" fmla="*/ 257196 w 495321"/>
                <a:gd name="connsiteY0" fmla="*/ 76438 h 609860"/>
                <a:gd name="connsiteX1" fmla="*/ 257196 w 495321"/>
                <a:gd name="connsiteY1" fmla="*/ 19050 h 609860"/>
                <a:gd name="connsiteX2" fmla="*/ 304821 w 495321"/>
                <a:gd name="connsiteY2" fmla="*/ 19050 h 609860"/>
                <a:gd name="connsiteX3" fmla="*/ 314346 w 495321"/>
                <a:gd name="connsiteY3" fmla="*/ 9525 h 609860"/>
                <a:gd name="connsiteX4" fmla="*/ 304821 w 495321"/>
                <a:gd name="connsiteY4" fmla="*/ 0 h 609860"/>
                <a:gd name="connsiteX5" fmla="*/ 190521 w 495321"/>
                <a:gd name="connsiteY5" fmla="*/ 0 h 609860"/>
                <a:gd name="connsiteX6" fmla="*/ 180996 w 495321"/>
                <a:gd name="connsiteY6" fmla="*/ 9525 h 609860"/>
                <a:gd name="connsiteX7" fmla="*/ 190521 w 495321"/>
                <a:gd name="connsiteY7" fmla="*/ 19050 h 609860"/>
                <a:gd name="connsiteX8" fmla="*/ 238146 w 495321"/>
                <a:gd name="connsiteY8" fmla="*/ 19050 h 609860"/>
                <a:gd name="connsiteX9" fmla="*/ 238146 w 495321"/>
                <a:gd name="connsiteY9" fmla="*/ 76438 h 609860"/>
                <a:gd name="connsiteX10" fmla="*/ 182 w 495321"/>
                <a:gd name="connsiteY10" fmla="*/ 333207 h 609860"/>
                <a:gd name="connsiteX11" fmla="*/ 66810 w 495321"/>
                <a:gd name="connsiteY11" fmla="*/ 492957 h 609860"/>
                <a:gd name="connsiteX12" fmla="*/ 19928 w 495321"/>
                <a:gd name="connsiteY12" fmla="*/ 596132 h 609860"/>
                <a:gd name="connsiteX13" fmla="*/ 24276 w 495321"/>
                <a:gd name="connsiteY13" fmla="*/ 608881 h 609860"/>
                <a:gd name="connsiteX14" fmla="*/ 37025 w 495321"/>
                <a:gd name="connsiteY14" fmla="*/ 604535 h 609860"/>
                <a:gd name="connsiteX15" fmla="*/ 37264 w 495321"/>
                <a:gd name="connsiteY15" fmla="*/ 604009 h 609860"/>
                <a:gd name="connsiteX16" fmla="*/ 81250 w 495321"/>
                <a:gd name="connsiteY16" fmla="*/ 507244 h 609860"/>
                <a:gd name="connsiteX17" fmla="*/ 414092 w 495321"/>
                <a:gd name="connsiteY17" fmla="*/ 507244 h 609860"/>
                <a:gd name="connsiteX18" fmla="*/ 458078 w 495321"/>
                <a:gd name="connsiteY18" fmla="*/ 604009 h 609860"/>
                <a:gd name="connsiteX19" fmla="*/ 470542 w 495321"/>
                <a:gd name="connsiteY19" fmla="*/ 609120 h 609860"/>
                <a:gd name="connsiteX20" fmla="*/ 475653 w 495321"/>
                <a:gd name="connsiteY20" fmla="*/ 596657 h 609860"/>
                <a:gd name="connsiteX21" fmla="*/ 475414 w 495321"/>
                <a:gd name="connsiteY21" fmla="*/ 596132 h 609860"/>
                <a:gd name="connsiteX22" fmla="*/ 428513 w 495321"/>
                <a:gd name="connsiteY22" fmla="*/ 492957 h 609860"/>
                <a:gd name="connsiteX23" fmla="*/ 416928 w 495321"/>
                <a:gd name="connsiteY23" fmla="*/ 143066 h 609860"/>
                <a:gd name="connsiteX24" fmla="*/ 257196 w 495321"/>
                <a:gd name="connsiteY24" fmla="*/ 76438 h 609860"/>
                <a:gd name="connsiteX25" fmla="*/ 247671 w 495321"/>
                <a:gd name="connsiteY25" fmla="*/ 552450 h 609860"/>
                <a:gd name="connsiteX26" fmla="*/ 19071 w 495321"/>
                <a:gd name="connsiteY26" fmla="*/ 323850 h 609860"/>
                <a:gd name="connsiteX27" fmla="*/ 247671 w 495321"/>
                <a:gd name="connsiteY27" fmla="*/ 95250 h 609860"/>
                <a:gd name="connsiteX28" fmla="*/ 476271 w 495321"/>
                <a:gd name="connsiteY28" fmla="*/ 323850 h 609860"/>
                <a:gd name="connsiteX29" fmla="*/ 247671 w 495321"/>
                <a:gd name="connsiteY29" fmla="*/ 552450 h 60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95321" h="609860">
                  <a:moveTo>
                    <a:pt x="257196" y="76438"/>
                  </a:moveTo>
                  <a:lnTo>
                    <a:pt x="257196" y="19050"/>
                  </a:lnTo>
                  <a:lnTo>
                    <a:pt x="304821" y="19050"/>
                  </a:lnTo>
                  <a:cubicBezTo>
                    <a:pt x="310082" y="19050"/>
                    <a:pt x="314346" y="14786"/>
                    <a:pt x="314346" y="9525"/>
                  </a:cubicBezTo>
                  <a:cubicBezTo>
                    <a:pt x="314346" y="4264"/>
                    <a:pt x="310082" y="0"/>
                    <a:pt x="304821" y="0"/>
                  </a:cubicBezTo>
                  <a:lnTo>
                    <a:pt x="190521" y="0"/>
                  </a:lnTo>
                  <a:cubicBezTo>
                    <a:pt x="185260" y="0"/>
                    <a:pt x="180996" y="4264"/>
                    <a:pt x="180996" y="9525"/>
                  </a:cubicBezTo>
                  <a:cubicBezTo>
                    <a:pt x="180996" y="14786"/>
                    <a:pt x="185260" y="19050"/>
                    <a:pt x="190521" y="19050"/>
                  </a:cubicBezTo>
                  <a:lnTo>
                    <a:pt x="238146" y="19050"/>
                  </a:lnTo>
                  <a:lnTo>
                    <a:pt x="238146" y="76438"/>
                  </a:lnTo>
                  <a:cubicBezTo>
                    <a:pt x="101529" y="81631"/>
                    <a:pt x="-5011" y="196590"/>
                    <a:pt x="182" y="333207"/>
                  </a:cubicBezTo>
                  <a:cubicBezTo>
                    <a:pt x="2444" y="392740"/>
                    <a:pt x="26101" y="449459"/>
                    <a:pt x="66810" y="492957"/>
                  </a:cubicBezTo>
                  <a:lnTo>
                    <a:pt x="19928" y="596132"/>
                  </a:lnTo>
                  <a:cubicBezTo>
                    <a:pt x="17608" y="600853"/>
                    <a:pt x="19554" y="606561"/>
                    <a:pt x="24276" y="608881"/>
                  </a:cubicBezTo>
                  <a:cubicBezTo>
                    <a:pt x="28996" y="611201"/>
                    <a:pt x="34704" y="609255"/>
                    <a:pt x="37025" y="604535"/>
                  </a:cubicBezTo>
                  <a:cubicBezTo>
                    <a:pt x="37110" y="604361"/>
                    <a:pt x="37190" y="604186"/>
                    <a:pt x="37264" y="604009"/>
                  </a:cubicBezTo>
                  <a:lnTo>
                    <a:pt x="81250" y="507244"/>
                  </a:lnTo>
                  <a:cubicBezTo>
                    <a:pt x="175659" y="592914"/>
                    <a:pt x="319683" y="592914"/>
                    <a:pt x="414092" y="507244"/>
                  </a:cubicBezTo>
                  <a:lnTo>
                    <a:pt x="458078" y="604009"/>
                  </a:lnTo>
                  <a:cubicBezTo>
                    <a:pt x="460108" y="608862"/>
                    <a:pt x="465689" y="611151"/>
                    <a:pt x="470542" y="609120"/>
                  </a:cubicBezTo>
                  <a:cubicBezTo>
                    <a:pt x="475395" y="607090"/>
                    <a:pt x="477683" y="601510"/>
                    <a:pt x="475653" y="596657"/>
                  </a:cubicBezTo>
                  <a:cubicBezTo>
                    <a:pt x="475579" y="596479"/>
                    <a:pt x="475499" y="596304"/>
                    <a:pt x="475414" y="596132"/>
                  </a:cubicBezTo>
                  <a:lnTo>
                    <a:pt x="428513" y="492957"/>
                  </a:lnTo>
                  <a:cubicBezTo>
                    <a:pt x="521933" y="393139"/>
                    <a:pt x="516747" y="236488"/>
                    <a:pt x="416928" y="143066"/>
                  </a:cubicBezTo>
                  <a:cubicBezTo>
                    <a:pt x="373435" y="102361"/>
                    <a:pt x="316723" y="78705"/>
                    <a:pt x="257196" y="76438"/>
                  </a:cubicBezTo>
                  <a:close/>
                  <a:moveTo>
                    <a:pt x="247671" y="552450"/>
                  </a:moveTo>
                  <a:cubicBezTo>
                    <a:pt x="121419" y="552450"/>
                    <a:pt x="19071" y="450102"/>
                    <a:pt x="19071" y="323850"/>
                  </a:cubicBezTo>
                  <a:cubicBezTo>
                    <a:pt x="19071" y="197598"/>
                    <a:pt x="121419" y="95250"/>
                    <a:pt x="247671" y="95250"/>
                  </a:cubicBezTo>
                  <a:cubicBezTo>
                    <a:pt x="373923" y="95250"/>
                    <a:pt x="476271" y="197598"/>
                    <a:pt x="476271" y="323850"/>
                  </a:cubicBezTo>
                  <a:cubicBezTo>
                    <a:pt x="476129" y="450044"/>
                    <a:pt x="373865" y="552308"/>
                    <a:pt x="247671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5" name="Graphic 57" descr="Daily calendar outline">
            <a:extLst>
              <a:ext uri="{FF2B5EF4-FFF2-40B4-BE49-F238E27FC236}">
                <a16:creationId xmlns:a16="http://schemas.microsoft.com/office/drawing/2014/main" id="{2E29E635-CEFF-8652-5836-9ECAA9C2A7CE}"/>
              </a:ext>
            </a:extLst>
          </p:cNvPr>
          <p:cNvGrpSpPr/>
          <p:nvPr/>
        </p:nvGrpSpPr>
        <p:grpSpPr>
          <a:xfrm>
            <a:off x="10968596" y="4006877"/>
            <a:ext cx="541706" cy="426845"/>
            <a:chOff x="7063900" y="1482266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3E5BC13-534E-10AF-0561-1F3E14A65CF5}"/>
                </a:ext>
              </a:extLst>
            </p:cNvPr>
            <p:cNvSpPr/>
            <p:nvPr/>
          </p:nvSpPr>
          <p:spPr>
            <a:xfrm>
              <a:off x="7063900" y="1482266"/>
              <a:ext cx="647700" cy="647700"/>
            </a:xfrm>
            <a:custGeom>
              <a:avLst/>
              <a:gdLst>
                <a:gd name="connsiteX0" fmla="*/ 514350 w 647700"/>
                <a:gd name="connsiteY0" fmla="*/ 57150 h 647700"/>
                <a:gd name="connsiteX1" fmla="*/ 514350 w 647700"/>
                <a:gd name="connsiteY1" fmla="*/ 9525 h 647700"/>
                <a:gd name="connsiteX2" fmla="*/ 504825 w 647700"/>
                <a:gd name="connsiteY2" fmla="*/ 0 h 647700"/>
                <a:gd name="connsiteX3" fmla="*/ 495300 w 647700"/>
                <a:gd name="connsiteY3" fmla="*/ 9525 h 647700"/>
                <a:gd name="connsiteX4" fmla="*/ 495300 w 647700"/>
                <a:gd name="connsiteY4" fmla="*/ 57150 h 647700"/>
                <a:gd name="connsiteX5" fmla="*/ 152400 w 647700"/>
                <a:gd name="connsiteY5" fmla="*/ 57150 h 647700"/>
                <a:gd name="connsiteX6" fmla="*/ 152400 w 647700"/>
                <a:gd name="connsiteY6" fmla="*/ 9525 h 647700"/>
                <a:gd name="connsiteX7" fmla="*/ 142875 w 647700"/>
                <a:gd name="connsiteY7" fmla="*/ 0 h 647700"/>
                <a:gd name="connsiteX8" fmla="*/ 133350 w 647700"/>
                <a:gd name="connsiteY8" fmla="*/ 9525 h 647700"/>
                <a:gd name="connsiteX9" fmla="*/ 133350 w 647700"/>
                <a:gd name="connsiteY9" fmla="*/ 57150 h 647700"/>
                <a:gd name="connsiteX10" fmla="*/ 0 w 647700"/>
                <a:gd name="connsiteY10" fmla="*/ 57150 h 647700"/>
                <a:gd name="connsiteX11" fmla="*/ 0 w 647700"/>
                <a:gd name="connsiteY11" fmla="*/ 647700 h 647700"/>
                <a:gd name="connsiteX12" fmla="*/ 647700 w 647700"/>
                <a:gd name="connsiteY12" fmla="*/ 647700 h 647700"/>
                <a:gd name="connsiteX13" fmla="*/ 647700 w 647700"/>
                <a:gd name="connsiteY13" fmla="*/ 57150 h 647700"/>
                <a:gd name="connsiteX14" fmla="*/ 628650 w 647700"/>
                <a:gd name="connsiteY14" fmla="*/ 628650 h 647700"/>
                <a:gd name="connsiteX15" fmla="*/ 19050 w 647700"/>
                <a:gd name="connsiteY15" fmla="*/ 628650 h 647700"/>
                <a:gd name="connsiteX16" fmla="*/ 19050 w 647700"/>
                <a:gd name="connsiteY16" fmla="*/ 209550 h 647700"/>
                <a:gd name="connsiteX17" fmla="*/ 628650 w 647700"/>
                <a:gd name="connsiteY17" fmla="*/ 209550 h 647700"/>
                <a:gd name="connsiteX18" fmla="*/ 19050 w 647700"/>
                <a:gd name="connsiteY18" fmla="*/ 190500 h 647700"/>
                <a:gd name="connsiteX19" fmla="*/ 19050 w 647700"/>
                <a:gd name="connsiteY19" fmla="*/ 76200 h 647700"/>
                <a:gd name="connsiteX20" fmla="*/ 133350 w 647700"/>
                <a:gd name="connsiteY20" fmla="*/ 76200 h 647700"/>
                <a:gd name="connsiteX21" fmla="*/ 133350 w 647700"/>
                <a:gd name="connsiteY21" fmla="*/ 114300 h 647700"/>
                <a:gd name="connsiteX22" fmla="*/ 142875 w 647700"/>
                <a:gd name="connsiteY22" fmla="*/ 123825 h 647700"/>
                <a:gd name="connsiteX23" fmla="*/ 152400 w 647700"/>
                <a:gd name="connsiteY23" fmla="*/ 114300 h 647700"/>
                <a:gd name="connsiteX24" fmla="*/ 152400 w 647700"/>
                <a:gd name="connsiteY24" fmla="*/ 76200 h 647700"/>
                <a:gd name="connsiteX25" fmla="*/ 495300 w 647700"/>
                <a:gd name="connsiteY25" fmla="*/ 76200 h 647700"/>
                <a:gd name="connsiteX26" fmla="*/ 495300 w 647700"/>
                <a:gd name="connsiteY26" fmla="*/ 114300 h 647700"/>
                <a:gd name="connsiteX27" fmla="*/ 504825 w 647700"/>
                <a:gd name="connsiteY27" fmla="*/ 123825 h 647700"/>
                <a:gd name="connsiteX28" fmla="*/ 514350 w 647700"/>
                <a:gd name="connsiteY28" fmla="*/ 114300 h 647700"/>
                <a:gd name="connsiteX29" fmla="*/ 514350 w 647700"/>
                <a:gd name="connsiteY29" fmla="*/ 76200 h 647700"/>
                <a:gd name="connsiteX30" fmla="*/ 628650 w 647700"/>
                <a:gd name="connsiteY30" fmla="*/ 76200 h 647700"/>
                <a:gd name="connsiteX31" fmla="*/ 628650 w 647700"/>
                <a:gd name="connsiteY31" fmla="*/ 1905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47700" h="647700">
                  <a:moveTo>
                    <a:pt x="514350" y="57150"/>
                  </a:moveTo>
                  <a:lnTo>
                    <a:pt x="514350" y="9525"/>
                  </a:lnTo>
                  <a:cubicBezTo>
                    <a:pt x="514350" y="4264"/>
                    <a:pt x="510086" y="0"/>
                    <a:pt x="504825" y="0"/>
                  </a:cubicBezTo>
                  <a:cubicBezTo>
                    <a:pt x="499564" y="0"/>
                    <a:pt x="495300" y="4264"/>
                    <a:pt x="495300" y="9525"/>
                  </a:cubicBezTo>
                  <a:lnTo>
                    <a:pt x="495300" y="57150"/>
                  </a:lnTo>
                  <a:lnTo>
                    <a:pt x="152400" y="57150"/>
                  </a:lnTo>
                  <a:lnTo>
                    <a:pt x="152400" y="9525"/>
                  </a:lnTo>
                  <a:cubicBezTo>
                    <a:pt x="152400" y="4264"/>
                    <a:pt x="148136" y="0"/>
                    <a:pt x="142875" y="0"/>
                  </a:cubicBezTo>
                  <a:cubicBezTo>
                    <a:pt x="137614" y="0"/>
                    <a:pt x="133350" y="4264"/>
                    <a:pt x="133350" y="9525"/>
                  </a:cubicBezTo>
                  <a:lnTo>
                    <a:pt x="133350" y="57150"/>
                  </a:lnTo>
                  <a:lnTo>
                    <a:pt x="0" y="57150"/>
                  </a:lnTo>
                  <a:lnTo>
                    <a:pt x="0" y="647700"/>
                  </a:lnTo>
                  <a:lnTo>
                    <a:pt x="647700" y="647700"/>
                  </a:lnTo>
                  <a:lnTo>
                    <a:pt x="647700" y="57150"/>
                  </a:lnTo>
                  <a:close/>
                  <a:moveTo>
                    <a:pt x="628650" y="628650"/>
                  </a:moveTo>
                  <a:lnTo>
                    <a:pt x="19050" y="628650"/>
                  </a:lnTo>
                  <a:lnTo>
                    <a:pt x="19050" y="209550"/>
                  </a:lnTo>
                  <a:lnTo>
                    <a:pt x="628650" y="209550"/>
                  </a:lnTo>
                  <a:close/>
                  <a:moveTo>
                    <a:pt x="19050" y="190500"/>
                  </a:moveTo>
                  <a:lnTo>
                    <a:pt x="19050" y="76200"/>
                  </a:lnTo>
                  <a:lnTo>
                    <a:pt x="133350" y="76200"/>
                  </a:lnTo>
                  <a:lnTo>
                    <a:pt x="133350" y="114300"/>
                  </a:lnTo>
                  <a:cubicBezTo>
                    <a:pt x="133350" y="119561"/>
                    <a:pt x="137614" y="123825"/>
                    <a:pt x="142875" y="123825"/>
                  </a:cubicBezTo>
                  <a:cubicBezTo>
                    <a:pt x="148136" y="123825"/>
                    <a:pt x="152400" y="119561"/>
                    <a:pt x="152400" y="114300"/>
                  </a:cubicBezTo>
                  <a:lnTo>
                    <a:pt x="152400" y="76200"/>
                  </a:lnTo>
                  <a:lnTo>
                    <a:pt x="495300" y="76200"/>
                  </a:lnTo>
                  <a:lnTo>
                    <a:pt x="495300" y="114300"/>
                  </a:lnTo>
                  <a:cubicBezTo>
                    <a:pt x="495300" y="119561"/>
                    <a:pt x="499564" y="123825"/>
                    <a:pt x="504825" y="123825"/>
                  </a:cubicBezTo>
                  <a:cubicBezTo>
                    <a:pt x="510086" y="123825"/>
                    <a:pt x="514350" y="119561"/>
                    <a:pt x="514350" y="114300"/>
                  </a:cubicBezTo>
                  <a:lnTo>
                    <a:pt x="514350" y="76200"/>
                  </a:lnTo>
                  <a:lnTo>
                    <a:pt x="628650" y="76200"/>
                  </a:lnTo>
                  <a:lnTo>
                    <a:pt x="628650" y="190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F8701C3-BE89-A1C1-A9F5-AE9CB89F655E}"/>
                </a:ext>
              </a:extLst>
            </p:cNvPr>
            <p:cNvSpPr/>
            <p:nvPr/>
          </p:nvSpPr>
          <p:spPr>
            <a:xfrm>
              <a:off x="7140100" y="1748966"/>
              <a:ext cx="495300" cy="304800"/>
            </a:xfrm>
            <a:custGeom>
              <a:avLst/>
              <a:gdLst>
                <a:gd name="connsiteX0" fmla="*/ 180975 w 495300"/>
                <a:gd name="connsiteY0" fmla="*/ 304800 h 304800"/>
                <a:gd name="connsiteX1" fmla="*/ 495300 w 495300"/>
                <a:gd name="connsiteY1" fmla="*/ 304800 h 304800"/>
                <a:gd name="connsiteX2" fmla="*/ 495300 w 495300"/>
                <a:gd name="connsiteY2" fmla="*/ 0 h 304800"/>
                <a:gd name="connsiteX3" fmla="*/ 0 w 495300"/>
                <a:gd name="connsiteY3" fmla="*/ 0 h 304800"/>
                <a:gd name="connsiteX4" fmla="*/ 0 w 495300"/>
                <a:gd name="connsiteY4" fmla="*/ 304800 h 304800"/>
                <a:gd name="connsiteX5" fmla="*/ 180975 w 495300"/>
                <a:gd name="connsiteY5" fmla="*/ 304800 h 304800"/>
                <a:gd name="connsiteX6" fmla="*/ 180975 w 495300"/>
                <a:gd name="connsiteY6" fmla="*/ 285750 h 304800"/>
                <a:gd name="connsiteX7" fmla="*/ 180975 w 495300"/>
                <a:gd name="connsiteY7" fmla="*/ 209550 h 304800"/>
                <a:gd name="connsiteX8" fmla="*/ 314325 w 495300"/>
                <a:gd name="connsiteY8" fmla="*/ 209550 h 304800"/>
                <a:gd name="connsiteX9" fmla="*/ 314325 w 495300"/>
                <a:gd name="connsiteY9" fmla="*/ 285750 h 304800"/>
                <a:gd name="connsiteX10" fmla="*/ 180975 w 495300"/>
                <a:gd name="connsiteY10" fmla="*/ 114300 h 304800"/>
                <a:gd name="connsiteX11" fmla="*/ 314325 w 495300"/>
                <a:gd name="connsiteY11" fmla="*/ 114300 h 304800"/>
                <a:gd name="connsiteX12" fmla="*/ 314325 w 495300"/>
                <a:gd name="connsiteY12" fmla="*/ 190500 h 304800"/>
                <a:gd name="connsiteX13" fmla="*/ 180975 w 495300"/>
                <a:gd name="connsiteY13" fmla="*/ 190500 h 304800"/>
                <a:gd name="connsiteX14" fmla="*/ 161925 w 495300"/>
                <a:gd name="connsiteY14" fmla="*/ 190500 h 304800"/>
                <a:gd name="connsiteX15" fmla="*/ 19050 w 495300"/>
                <a:gd name="connsiteY15" fmla="*/ 190500 h 304800"/>
                <a:gd name="connsiteX16" fmla="*/ 19050 w 495300"/>
                <a:gd name="connsiteY16" fmla="*/ 114300 h 304800"/>
                <a:gd name="connsiteX17" fmla="*/ 161925 w 495300"/>
                <a:gd name="connsiteY17" fmla="*/ 114300 h 304800"/>
                <a:gd name="connsiteX18" fmla="*/ 333375 w 495300"/>
                <a:gd name="connsiteY18" fmla="*/ 114300 h 304800"/>
                <a:gd name="connsiteX19" fmla="*/ 476250 w 495300"/>
                <a:gd name="connsiteY19" fmla="*/ 114300 h 304800"/>
                <a:gd name="connsiteX20" fmla="*/ 476250 w 495300"/>
                <a:gd name="connsiteY20" fmla="*/ 190500 h 304800"/>
                <a:gd name="connsiteX21" fmla="*/ 333375 w 495300"/>
                <a:gd name="connsiteY21" fmla="*/ 190500 h 304800"/>
                <a:gd name="connsiteX22" fmla="*/ 333375 w 495300"/>
                <a:gd name="connsiteY22" fmla="*/ 285750 h 304800"/>
                <a:gd name="connsiteX23" fmla="*/ 333375 w 495300"/>
                <a:gd name="connsiteY23" fmla="*/ 209550 h 304800"/>
                <a:gd name="connsiteX24" fmla="*/ 476250 w 495300"/>
                <a:gd name="connsiteY24" fmla="*/ 209550 h 304800"/>
                <a:gd name="connsiteX25" fmla="*/ 476250 w 495300"/>
                <a:gd name="connsiteY25" fmla="*/ 285750 h 304800"/>
                <a:gd name="connsiteX26" fmla="*/ 476250 w 495300"/>
                <a:gd name="connsiteY26" fmla="*/ 19050 h 304800"/>
                <a:gd name="connsiteX27" fmla="*/ 476250 w 495300"/>
                <a:gd name="connsiteY27" fmla="*/ 95250 h 304800"/>
                <a:gd name="connsiteX28" fmla="*/ 333375 w 495300"/>
                <a:gd name="connsiteY28" fmla="*/ 95250 h 304800"/>
                <a:gd name="connsiteX29" fmla="*/ 333375 w 495300"/>
                <a:gd name="connsiteY29" fmla="*/ 19050 h 304800"/>
                <a:gd name="connsiteX30" fmla="*/ 314325 w 495300"/>
                <a:gd name="connsiteY30" fmla="*/ 19050 h 304800"/>
                <a:gd name="connsiteX31" fmla="*/ 314325 w 495300"/>
                <a:gd name="connsiteY31" fmla="*/ 95250 h 304800"/>
                <a:gd name="connsiteX32" fmla="*/ 180975 w 495300"/>
                <a:gd name="connsiteY32" fmla="*/ 95250 h 304800"/>
                <a:gd name="connsiteX33" fmla="*/ 180975 w 495300"/>
                <a:gd name="connsiteY33" fmla="*/ 19050 h 304800"/>
                <a:gd name="connsiteX34" fmla="*/ 161925 w 495300"/>
                <a:gd name="connsiteY34" fmla="*/ 19050 h 304800"/>
                <a:gd name="connsiteX35" fmla="*/ 161925 w 495300"/>
                <a:gd name="connsiteY35" fmla="*/ 95250 h 304800"/>
                <a:gd name="connsiteX36" fmla="*/ 19050 w 495300"/>
                <a:gd name="connsiteY36" fmla="*/ 95250 h 304800"/>
                <a:gd name="connsiteX37" fmla="*/ 19050 w 495300"/>
                <a:gd name="connsiteY37" fmla="*/ 19050 h 304800"/>
                <a:gd name="connsiteX38" fmla="*/ 19050 w 495300"/>
                <a:gd name="connsiteY38" fmla="*/ 285750 h 304800"/>
                <a:gd name="connsiteX39" fmla="*/ 19050 w 495300"/>
                <a:gd name="connsiteY39" fmla="*/ 209550 h 304800"/>
                <a:gd name="connsiteX40" fmla="*/ 161925 w 495300"/>
                <a:gd name="connsiteY40" fmla="*/ 209550 h 304800"/>
                <a:gd name="connsiteX41" fmla="*/ 161925 w 495300"/>
                <a:gd name="connsiteY41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5300" h="304800">
                  <a:moveTo>
                    <a:pt x="180975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80975" y="304800"/>
                  </a:lnTo>
                  <a:close/>
                  <a:moveTo>
                    <a:pt x="180975" y="285750"/>
                  </a:moveTo>
                  <a:lnTo>
                    <a:pt x="180975" y="209550"/>
                  </a:lnTo>
                  <a:lnTo>
                    <a:pt x="314325" y="209550"/>
                  </a:lnTo>
                  <a:lnTo>
                    <a:pt x="314325" y="285750"/>
                  </a:lnTo>
                  <a:close/>
                  <a:moveTo>
                    <a:pt x="180975" y="114300"/>
                  </a:moveTo>
                  <a:lnTo>
                    <a:pt x="314325" y="114300"/>
                  </a:lnTo>
                  <a:lnTo>
                    <a:pt x="314325" y="190500"/>
                  </a:lnTo>
                  <a:lnTo>
                    <a:pt x="180975" y="190500"/>
                  </a:lnTo>
                  <a:close/>
                  <a:moveTo>
                    <a:pt x="161925" y="190500"/>
                  </a:moveTo>
                  <a:lnTo>
                    <a:pt x="19050" y="190500"/>
                  </a:lnTo>
                  <a:lnTo>
                    <a:pt x="19050" y="114300"/>
                  </a:lnTo>
                  <a:lnTo>
                    <a:pt x="161925" y="114300"/>
                  </a:lnTo>
                  <a:close/>
                  <a:moveTo>
                    <a:pt x="333375" y="114300"/>
                  </a:moveTo>
                  <a:lnTo>
                    <a:pt x="476250" y="114300"/>
                  </a:lnTo>
                  <a:lnTo>
                    <a:pt x="476250" y="190500"/>
                  </a:lnTo>
                  <a:lnTo>
                    <a:pt x="333375" y="190500"/>
                  </a:lnTo>
                  <a:close/>
                  <a:moveTo>
                    <a:pt x="333375" y="285750"/>
                  </a:moveTo>
                  <a:lnTo>
                    <a:pt x="333375" y="209550"/>
                  </a:lnTo>
                  <a:lnTo>
                    <a:pt x="476250" y="209550"/>
                  </a:lnTo>
                  <a:lnTo>
                    <a:pt x="476250" y="285750"/>
                  </a:lnTo>
                  <a:close/>
                  <a:moveTo>
                    <a:pt x="476250" y="19050"/>
                  </a:moveTo>
                  <a:lnTo>
                    <a:pt x="476250" y="95250"/>
                  </a:lnTo>
                  <a:lnTo>
                    <a:pt x="333375" y="95250"/>
                  </a:lnTo>
                  <a:lnTo>
                    <a:pt x="333375" y="19050"/>
                  </a:lnTo>
                  <a:close/>
                  <a:moveTo>
                    <a:pt x="314325" y="19050"/>
                  </a:moveTo>
                  <a:lnTo>
                    <a:pt x="314325" y="95250"/>
                  </a:lnTo>
                  <a:lnTo>
                    <a:pt x="180975" y="95250"/>
                  </a:lnTo>
                  <a:lnTo>
                    <a:pt x="180975" y="19050"/>
                  </a:lnTo>
                  <a:close/>
                  <a:moveTo>
                    <a:pt x="161925" y="19050"/>
                  </a:moveTo>
                  <a:lnTo>
                    <a:pt x="161925" y="95250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  <a:moveTo>
                    <a:pt x="19050" y="285750"/>
                  </a:moveTo>
                  <a:lnTo>
                    <a:pt x="19050" y="209550"/>
                  </a:lnTo>
                  <a:lnTo>
                    <a:pt x="161925" y="209550"/>
                  </a:lnTo>
                  <a:lnTo>
                    <a:pt x="161925" y="2857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E91C631-6DD2-2949-3B3B-DDFFBAF6807D}"/>
              </a:ext>
            </a:extLst>
          </p:cNvPr>
          <p:cNvSpPr txBox="1"/>
          <p:nvPr/>
        </p:nvSpPr>
        <p:spPr>
          <a:xfrm>
            <a:off x="507486" y="845393"/>
            <a:ext cx="422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601C5-6111-BF90-54FC-13EB310B53FF}"/>
              </a:ext>
            </a:extLst>
          </p:cNvPr>
          <p:cNvSpPr txBox="1"/>
          <p:nvPr/>
        </p:nvSpPr>
        <p:spPr>
          <a:xfrm>
            <a:off x="1624758" y="2568330"/>
            <a:ext cx="56980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Providing new training on empathy &amp; empowerment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Create “Rapid Resolution” playbook</a:t>
            </a:r>
          </a:p>
          <a:p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</a:t>
            </a:r>
          </a:p>
          <a:p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Create swift replacement protocols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Payment Method Expansion.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26B863-BAE4-D635-827C-625268E9950E}"/>
              </a:ext>
            </a:extLst>
          </p:cNvPr>
          <p:cNvSpPr txBox="1"/>
          <p:nvPr/>
        </p:nvSpPr>
        <p:spPr>
          <a:xfrm>
            <a:off x="1021848" y="1871500"/>
            <a:ext cx="569804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Payment &amp; Support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01E95E4-522A-B905-CA4B-5676A0774F89}"/>
              </a:ext>
            </a:extLst>
          </p:cNvPr>
          <p:cNvGrpSpPr/>
          <p:nvPr/>
        </p:nvGrpSpPr>
        <p:grpSpPr>
          <a:xfrm>
            <a:off x="6101068" y="896008"/>
            <a:ext cx="1006204" cy="1173607"/>
            <a:chOff x="6101068" y="896008"/>
            <a:chExt cx="1006204" cy="1173607"/>
          </a:xfrm>
        </p:grpSpPr>
        <p:grpSp>
          <p:nvGrpSpPr>
            <p:cNvPr id="5" name="Graphic 50" descr="Dice outline">
              <a:extLst>
                <a:ext uri="{FF2B5EF4-FFF2-40B4-BE49-F238E27FC236}">
                  <a16:creationId xmlns:a16="http://schemas.microsoft.com/office/drawing/2014/main" id="{B767E4ED-FD9C-2E31-DD70-525985983AC1}"/>
                </a:ext>
              </a:extLst>
            </p:cNvPr>
            <p:cNvGrpSpPr/>
            <p:nvPr/>
          </p:nvGrpSpPr>
          <p:grpSpPr>
            <a:xfrm>
              <a:off x="6375775" y="896008"/>
              <a:ext cx="731497" cy="750827"/>
              <a:chOff x="6184050" y="3507525"/>
              <a:chExt cx="731497" cy="750827"/>
            </a:xfrm>
            <a:solidFill>
              <a:schemeClr val="bg1">
                <a:lumMod val="95000"/>
              </a:schemeClr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F339EB7D-2939-E5AF-03DE-E82FD4DB08C9}"/>
                  </a:ext>
                </a:extLst>
              </p:cNvPr>
              <p:cNvSpPr/>
              <p:nvPr/>
            </p:nvSpPr>
            <p:spPr>
              <a:xfrm>
                <a:off x="6184050" y="3507525"/>
                <a:ext cx="361950" cy="362073"/>
              </a:xfrm>
              <a:custGeom>
                <a:avLst/>
                <a:gdLst>
                  <a:gd name="connsiteX0" fmla="*/ 314325 w 361950"/>
                  <a:gd name="connsiteY0" fmla="*/ 362074 h 362073"/>
                  <a:gd name="connsiteX1" fmla="*/ 47625 w 361950"/>
                  <a:gd name="connsiteY1" fmla="*/ 362074 h 362073"/>
                  <a:gd name="connsiteX2" fmla="*/ 0 w 361950"/>
                  <a:gd name="connsiteY2" fmla="*/ 314449 h 362073"/>
                  <a:gd name="connsiteX3" fmla="*/ 0 w 361950"/>
                  <a:gd name="connsiteY3" fmla="*/ 47625 h 362073"/>
                  <a:gd name="connsiteX4" fmla="*/ 47625 w 361950"/>
                  <a:gd name="connsiteY4" fmla="*/ 0 h 362073"/>
                  <a:gd name="connsiteX5" fmla="*/ 314325 w 361950"/>
                  <a:gd name="connsiteY5" fmla="*/ 0 h 362073"/>
                  <a:gd name="connsiteX6" fmla="*/ 361950 w 361950"/>
                  <a:gd name="connsiteY6" fmla="*/ 47625 h 362073"/>
                  <a:gd name="connsiteX7" fmla="*/ 361950 w 361950"/>
                  <a:gd name="connsiteY7" fmla="*/ 314439 h 362073"/>
                  <a:gd name="connsiteX8" fmla="*/ 314325 w 361950"/>
                  <a:gd name="connsiteY8" fmla="*/ 362074 h 362073"/>
                  <a:gd name="connsiteX9" fmla="*/ 47625 w 361950"/>
                  <a:gd name="connsiteY9" fmla="*/ 19050 h 362073"/>
                  <a:gd name="connsiteX10" fmla="*/ 19050 w 361950"/>
                  <a:gd name="connsiteY10" fmla="*/ 47625 h 362073"/>
                  <a:gd name="connsiteX11" fmla="*/ 19050 w 361950"/>
                  <a:gd name="connsiteY11" fmla="*/ 314439 h 362073"/>
                  <a:gd name="connsiteX12" fmla="*/ 47625 w 361950"/>
                  <a:gd name="connsiteY12" fmla="*/ 343014 h 362073"/>
                  <a:gd name="connsiteX13" fmla="*/ 314325 w 361950"/>
                  <a:gd name="connsiteY13" fmla="*/ 343014 h 362073"/>
                  <a:gd name="connsiteX14" fmla="*/ 342900 w 361950"/>
                  <a:gd name="connsiteY14" fmla="*/ 314439 h 362073"/>
                  <a:gd name="connsiteX15" fmla="*/ 342900 w 361950"/>
                  <a:gd name="connsiteY15" fmla="*/ 47625 h 362073"/>
                  <a:gd name="connsiteX16" fmla="*/ 314325 w 361950"/>
                  <a:gd name="connsiteY16" fmla="*/ 19050 h 362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1950" h="362073">
                    <a:moveTo>
                      <a:pt x="314325" y="362074"/>
                    </a:moveTo>
                    <a:lnTo>
                      <a:pt x="47625" y="362074"/>
                    </a:lnTo>
                    <a:cubicBezTo>
                      <a:pt x="21338" y="362037"/>
                      <a:pt x="37" y="340736"/>
                      <a:pt x="0" y="314449"/>
                    </a:cubicBezTo>
                    <a:lnTo>
                      <a:pt x="0" y="47625"/>
                    </a:lnTo>
                    <a:cubicBezTo>
                      <a:pt x="37" y="21338"/>
                      <a:pt x="21338" y="37"/>
                      <a:pt x="47625" y="0"/>
                    </a:cubicBezTo>
                    <a:lnTo>
                      <a:pt x="314325" y="0"/>
                    </a:lnTo>
                    <a:cubicBezTo>
                      <a:pt x="340612" y="37"/>
                      <a:pt x="361913" y="21338"/>
                      <a:pt x="361950" y="47625"/>
                    </a:cubicBezTo>
                    <a:lnTo>
                      <a:pt x="361950" y="314439"/>
                    </a:lnTo>
                    <a:cubicBezTo>
                      <a:pt x="361919" y="340730"/>
                      <a:pt x="340616" y="362037"/>
                      <a:pt x="314325" y="362074"/>
                    </a:cubicBezTo>
                    <a:close/>
                    <a:moveTo>
                      <a:pt x="47625" y="19050"/>
                    </a:moveTo>
                    <a:cubicBezTo>
                      <a:pt x="31843" y="19050"/>
                      <a:pt x="19050" y="31843"/>
                      <a:pt x="19050" y="47625"/>
                    </a:cubicBezTo>
                    <a:lnTo>
                      <a:pt x="19050" y="314439"/>
                    </a:lnTo>
                    <a:cubicBezTo>
                      <a:pt x="19050" y="330221"/>
                      <a:pt x="31843" y="343014"/>
                      <a:pt x="47625" y="343014"/>
                    </a:cubicBezTo>
                    <a:lnTo>
                      <a:pt x="314325" y="343014"/>
                    </a:lnTo>
                    <a:cubicBezTo>
                      <a:pt x="330107" y="343014"/>
                      <a:pt x="342900" y="330221"/>
                      <a:pt x="342900" y="314439"/>
                    </a:cubicBezTo>
                    <a:lnTo>
                      <a:pt x="342900" y="47625"/>
                    </a:lnTo>
                    <a:cubicBezTo>
                      <a:pt x="342900" y="31843"/>
                      <a:pt x="330107" y="19050"/>
                      <a:pt x="314325" y="1905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15393C92-E03E-25EF-C432-6B4F2FFDC256}"/>
                  </a:ext>
                </a:extLst>
              </p:cNvPr>
              <p:cNvSpPr/>
              <p:nvPr/>
            </p:nvSpPr>
            <p:spPr>
              <a:xfrm>
                <a:off x="6443153" y="3785731"/>
                <a:ext cx="472393" cy="472621"/>
              </a:xfrm>
              <a:custGeom>
                <a:avLst/>
                <a:gdLst>
                  <a:gd name="connsiteX0" fmla="*/ 236196 w 472393"/>
                  <a:gd name="connsiteY0" fmla="*/ 472621 h 472621"/>
                  <a:gd name="connsiteX1" fmla="*/ 236196 w 472393"/>
                  <a:gd name="connsiteY1" fmla="*/ 472621 h 472621"/>
                  <a:gd name="connsiteX2" fmla="*/ 202525 w 472393"/>
                  <a:gd name="connsiteY2" fmla="*/ 458648 h 472621"/>
                  <a:gd name="connsiteX3" fmla="*/ 13930 w 472393"/>
                  <a:gd name="connsiteY3" fmla="*/ 269977 h 472621"/>
                  <a:gd name="connsiteX4" fmla="*/ 13930 w 472393"/>
                  <a:gd name="connsiteY4" fmla="*/ 202606 h 472621"/>
                  <a:gd name="connsiteX5" fmla="*/ 202525 w 472393"/>
                  <a:gd name="connsiteY5" fmla="*/ 14011 h 472621"/>
                  <a:gd name="connsiteX6" fmla="*/ 236196 w 472393"/>
                  <a:gd name="connsiteY6" fmla="*/ 0 h 472621"/>
                  <a:gd name="connsiteX7" fmla="*/ 236196 w 472393"/>
                  <a:gd name="connsiteY7" fmla="*/ 0 h 472621"/>
                  <a:gd name="connsiteX8" fmla="*/ 269867 w 472393"/>
                  <a:gd name="connsiteY8" fmla="*/ 13964 h 472621"/>
                  <a:gd name="connsiteX9" fmla="*/ 458462 w 472393"/>
                  <a:gd name="connsiteY9" fmla="*/ 202635 h 472621"/>
                  <a:gd name="connsiteX10" fmla="*/ 458462 w 472393"/>
                  <a:gd name="connsiteY10" fmla="*/ 270015 h 472621"/>
                  <a:gd name="connsiteX11" fmla="*/ 269915 w 472393"/>
                  <a:gd name="connsiteY11" fmla="*/ 458658 h 472621"/>
                  <a:gd name="connsiteX12" fmla="*/ 236196 w 472393"/>
                  <a:gd name="connsiteY12" fmla="*/ 472621 h 472621"/>
                  <a:gd name="connsiteX13" fmla="*/ 27084 w 472393"/>
                  <a:gd name="connsiteY13" fmla="*/ 256213 h 472621"/>
                  <a:gd name="connsiteX14" fmla="*/ 27399 w 472393"/>
                  <a:gd name="connsiteY14" fmla="*/ 256537 h 472621"/>
                  <a:gd name="connsiteX15" fmla="*/ 215994 w 472393"/>
                  <a:gd name="connsiteY15" fmla="*/ 445189 h 472621"/>
                  <a:gd name="connsiteX16" fmla="*/ 236196 w 472393"/>
                  <a:gd name="connsiteY16" fmla="*/ 453571 h 472621"/>
                  <a:gd name="connsiteX17" fmla="*/ 236196 w 472393"/>
                  <a:gd name="connsiteY17" fmla="*/ 453571 h 472621"/>
                  <a:gd name="connsiteX18" fmla="*/ 256399 w 472393"/>
                  <a:gd name="connsiteY18" fmla="*/ 445208 h 472621"/>
                  <a:gd name="connsiteX19" fmla="*/ 444994 w 472393"/>
                  <a:gd name="connsiteY19" fmla="*/ 256537 h 472621"/>
                  <a:gd name="connsiteX20" fmla="*/ 445017 w 472393"/>
                  <a:gd name="connsiteY20" fmla="*/ 216126 h 472621"/>
                  <a:gd name="connsiteX21" fmla="*/ 444994 w 472393"/>
                  <a:gd name="connsiteY21" fmla="*/ 216103 h 472621"/>
                  <a:gd name="connsiteX22" fmla="*/ 256399 w 472393"/>
                  <a:gd name="connsiteY22" fmla="*/ 27432 h 472621"/>
                  <a:gd name="connsiteX23" fmla="*/ 236196 w 472393"/>
                  <a:gd name="connsiteY23" fmla="*/ 19050 h 472621"/>
                  <a:gd name="connsiteX24" fmla="*/ 236196 w 472393"/>
                  <a:gd name="connsiteY24" fmla="*/ 19050 h 472621"/>
                  <a:gd name="connsiteX25" fmla="*/ 215994 w 472393"/>
                  <a:gd name="connsiteY25" fmla="*/ 27404 h 472621"/>
                  <a:gd name="connsiteX26" fmla="*/ 27399 w 472393"/>
                  <a:gd name="connsiteY26" fmla="*/ 216084 h 472621"/>
                  <a:gd name="connsiteX27" fmla="*/ 27084 w 472393"/>
                  <a:gd name="connsiteY27" fmla="*/ 256213 h 47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2393" h="472621">
                    <a:moveTo>
                      <a:pt x="236196" y="472621"/>
                    </a:moveTo>
                    <a:lnTo>
                      <a:pt x="236196" y="472621"/>
                    </a:lnTo>
                    <a:cubicBezTo>
                      <a:pt x="223556" y="472655"/>
                      <a:pt x="211427" y="467622"/>
                      <a:pt x="202525" y="458648"/>
                    </a:cubicBezTo>
                    <a:lnTo>
                      <a:pt x="13930" y="269977"/>
                    </a:lnTo>
                    <a:cubicBezTo>
                      <a:pt x="-4643" y="251361"/>
                      <a:pt x="-4643" y="221222"/>
                      <a:pt x="13930" y="202606"/>
                    </a:cubicBezTo>
                    <a:lnTo>
                      <a:pt x="202525" y="14011"/>
                    </a:lnTo>
                    <a:cubicBezTo>
                      <a:pt x="211425" y="5029"/>
                      <a:pt x="223551" y="-17"/>
                      <a:pt x="236196" y="0"/>
                    </a:cubicBezTo>
                    <a:lnTo>
                      <a:pt x="236196" y="0"/>
                    </a:lnTo>
                    <a:cubicBezTo>
                      <a:pt x="248835" y="-34"/>
                      <a:pt x="260961" y="4995"/>
                      <a:pt x="269867" y="13964"/>
                    </a:cubicBezTo>
                    <a:lnTo>
                      <a:pt x="458462" y="202635"/>
                    </a:lnTo>
                    <a:cubicBezTo>
                      <a:pt x="477038" y="221254"/>
                      <a:pt x="477038" y="251395"/>
                      <a:pt x="458462" y="270015"/>
                    </a:cubicBezTo>
                    <a:lnTo>
                      <a:pt x="269915" y="458658"/>
                    </a:lnTo>
                    <a:cubicBezTo>
                      <a:pt x="260994" y="467632"/>
                      <a:pt x="248850" y="472660"/>
                      <a:pt x="236196" y="472621"/>
                    </a:cubicBezTo>
                    <a:close/>
                    <a:moveTo>
                      <a:pt x="27084" y="256213"/>
                    </a:moveTo>
                    <a:lnTo>
                      <a:pt x="27399" y="256537"/>
                    </a:lnTo>
                    <a:lnTo>
                      <a:pt x="215994" y="445189"/>
                    </a:lnTo>
                    <a:cubicBezTo>
                      <a:pt x="221336" y="450573"/>
                      <a:pt x="228612" y="453591"/>
                      <a:pt x="236196" y="453571"/>
                    </a:cubicBezTo>
                    <a:lnTo>
                      <a:pt x="236196" y="453571"/>
                    </a:lnTo>
                    <a:cubicBezTo>
                      <a:pt x="243777" y="453594"/>
                      <a:pt x="251052" y="450583"/>
                      <a:pt x="256399" y="445208"/>
                    </a:cubicBezTo>
                    <a:lnTo>
                      <a:pt x="444994" y="256537"/>
                    </a:lnTo>
                    <a:cubicBezTo>
                      <a:pt x="456159" y="245384"/>
                      <a:pt x="456169" y="227291"/>
                      <a:pt x="445017" y="216126"/>
                    </a:cubicBezTo>
                    <a:cubicBezTo>
                      <a:pt x="445009" y="216119"/>
                      <a:pt x="445001" y="216111"/>
                      <a:pt x="444994" y="216103"/>
                    </a:cubicBezTo>
                    <a:lnTo>
                      <a:pt x="256399" y="27432"/>
                    </a:lnTo>
                    <a:cubicBezTo>
                      <a:pt x="251054" y="22052"/>
                      <a:pt x="243780" y="19034"/>
                      <a:pt x="236196" y="19050"/>
                    </a:cubicBezTo>
                    <a:lnTo>
                      <a:pt x="236196" y="19050"/>
                    </a:lnTo>
                    <a:cubicBezTo>
                      <a:pt x="228617" y="19028"/>
                      <a:pt x="221344" y="22035"/>
                      <a:pt x="215994" y="27404"/>
                    </a:cubicBezTo>
                    <a:lnTo>
                      <a:pt x="27399" y="216084"/>
                    </a:lnTo>
                    <a:cubicBezTo>
                      <a:pt x="16339" y="227125"/>
                      <a:pt x="16198" y="245001"/>
                      <a:pt x="27084" y="256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314676B-A462-B1EC-4696-32654348B8A8}"/>
                  </a:ext>
                </a:extLst>
              </p:cNvPr>
              <p:cNvSpPr/>
              <p:nvPr/>
            </p:nvSpPr>
            <p:spPr>
              <a:xfrm>
                <a:off x="640788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9DAE1A7-08C1-FC3F-B7B6-E3F081406F33}"/>
                  </a:ext>
                </a:extLst>
              </p:cNvPr>
              <p:cNvSpPr/>
              <p:nvPr/>
            </p:nvSpPr>
            <p:spPr>
              <a:xfrm>
                <a:off x="627453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42AB38D-4A28-AE36-1DDF-7116B50E1DF5}"/>
                  </a:ext>
                </a:extLst>
              </p:cNvPr>
              <p:cNvSpPr/>
              <p:nvPr/>
            </p:nvSpPr>
            <p:spPr>
              <a:xfrm>
                <a:off x="6407906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4A980AC-66E9-25FF-1A8E-561E6C486359}"/>
                  </a:ext>
                </a:extLst>
              </p:cNvPr>
              <p:cNvSpPr/>
              <p:nvPr/>
            </p:nvSpPr>
            <p:spPr>
              <a:xfrm>
                <a:off x="6274547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B7F7495-0AD7-43FF-8657-58EB0B2C7B21}"/>
                  </a:ext>
                </a:extLst>
              </p:cNvPr>
              <p:cNvSpPr/>
              <p:nvPr/>
            </p:nvSpPr>
            <p:spPr>
              <a:xfrm>
                <a:off x="640788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67C53F6-F7D5-E61E-7C50-9538D66BF29D}"/>
                  </a:ext>
                </a:extLst>
              </p:cNvPr>
              <p:cNvSpPr/>
              <p:nvPr/>
            </p:nvSpPr>
            <p:spPr>
              <a:xfrm>
                <a:off x="627453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064AA61-9176-E19B-5DE4-EC29FA431B93}"/>
                  </a:ext>
                </a:extLst>
              </p:cNvPr>
              <p:cNvSpPr/>
              <p:nvPr/>
            </p:nvSpPr>
            <p:spPr>
              <a:xfrm>
                <a:off x="6635339" y="4112762"/>
                <a:ext cx="47625" cy="47625"/>
              </a:xfrm>
              <a:custGeom>
                <a:avLst/>
                <a:gdLst>
                  <a:gd name="connsiteX0" fmla="*/ 23817 w 47625"/>
                  <a:gd name="connsiteY0" fmla="*/ 47625 h 47625"/>
                  <a:gd name="connsiteX1" fmla="*/ 0 w 47625"/>
                  <a:gd name="connsiteY1" fmla="*/ 23817 h 47625"/>
                  <a:gd name="connsiteX2" fmla="*/ 23807 w 47625"/>
                  <a:gd name="connsiteY2" fmla="*/ 0 h 47625"/>
                  <a:gd name="connsiteX3" fmla="*/ 47625 w 47625"/>
                  <a:gd name="connsiteY3" fmla="*/ 23808 h 47625"/>
                  <a:gd name="connsiteX4" fmla="*/ 40667 w 47625"/>
                  <a:gd name="connsiteY4" fmla="*/ 40634 h 47625"/>
                  <a:gd name="connsiteX5" fmla="*/ 23817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8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1" y="45124"/>
                      <a:pt x="30143" y="47641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7051822-A7F5-5AE6-30F7-2BC767C85B98}"/>
                  </a:ext>
                </a:extLst>
              </p:cNvPr>
              <p:cNvSpPr/>
              <p:nvPr/>
            </p:nvSpPr>
            <p:spPr>
              <a:xfrm>
                <a:off x="6702691" y="4045392"/>
                <a:ext cx="47625" cy="47625"/>
              </a:xfrm>
              <a:custGeom>
                <a:avLst/>
                <a:gdLst>
                  <a:gd name="connsiteX0" fmla="*/ 23808 w 47625"/>
                  <a:gd name="connsiteY0" fmla="*/ 47625 h 47625"/>
                  <a:gd name="connsiteX1" fmla="*/ 0 w 47625"/>
                  <a:gd name="connsiteY1" fmla="*/ 23808 h 47625"/>
                  <a:gd name="connsiteX2" fmla="*/ 23816 w 47625"/>
                  <a:gd name="connsiteY2" fmla="*/ 0 h 47625"/>
                  <a:gd name="connsiteX3" fmla="*/ 47625 w 47625"/>
                  <a:gd name="connsiteY3" fmla="*/ 23817 h 47625"/>
                  <a:gd name="connsiteX4" fmla="*/ 40657 w 47625"/>
                  <a:gd name="connsiteY4" fmla="*/ 40643 h 47625"/>
                  <a:gd name="connsiteX5" fmla="*/ 23808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08" y="47625"/>
                    </a:moveTo>
                    <a:cubicBezTo>
                      <a:pt x="10657" y="47622"/>
                      <a:pt x="-3" y="36960"/>
                      <a:pt x="0" y="23808"/>
                    </a:cubicBezTo>
                    <a:cubicBezTo>
                      <a:pt x="2" y="10657"/>
                      <a:pt x="10665" y="-3"/>
                      <a:pt x="23816" y="0"/>
                    </a:cubicBezTo>
                    <a:cubicBezTo>
                      <a:pt x="36967" y="3"/>
                      <a:pt x="47627" y="10666"/>
                      <a:pt x="47625" y="23817"/>
                    </a:cubicBezTo>
                    <a:cubicBezTo>
                      <a:pt x="47623" y="30128"/>
                      <a:pt x="45118" y="36179"/>
                      <a:pt x="40657" y="40643"/>
                    </a:cubicBezTo>
                    <a:cubicBezTo>
                      <a:pt x="36201" y="45130"/>
                      <a:pt x="30132" y="47645"/>
                      <a:pt x="2380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B5A04DA-D0C9-FEE9-1625-26B3067A2107}"/>
                  </a:ext>
                </a:extLst>
              </p:cNvPr>
              <p:cNvSpPr/>
              <p:nvPr/>
            </p:nvSpPr>
            <p:spPr>
              <a:xfrm>
                <a:off x="6541061" y="4018436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81E145D-132B-6C23-D82B-78B342F2D3F2}"/>
                  </a:ext>
                </a:extLst>
              </p:cNvPr>
              <p:cNvSpPr/>
              <p:nvPr/>
            </p:nvSpPr>
            <p:spPr>
              <a:xfrm>
                <a:off x="6770051" y="3978060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CD82EC1-1D14-9E3D-5AE2-89C7D97DF8EE}"/>
                  </a:ext>
                </a:extLst>
              </p:cNvPr>
              <p:cNvSpPr/>
              <p:nvPr/>
            </p:nvSpPr>
            <p:spPr>
              <a:xfrm>
                <a:off x="6608451" y="3951075"/>
                <a:ext cx="47624" cy="47625"/>
              </a:xfrm>
              <a:custGeom>
                <a:avLst/>
                <a:gdLst>
                  <a:gd name="connsiteX0" fmla="*/ 23788 w 47624"/>
                  <a:gd name="connsiteY0" fmla="*/ 47625 h 47625"/>
                  <a:gd name="connsiteX1" fmla="*/ 6976 w 47624"/>
                  <a:gd name="connsiteY1" fmla="*/ 40653 h 47625"/>
                  <a:gd name="connsiteX2" fmla="*/ 6972 w 47624"/>
                  <a:gd name="connsiteY2" fmla="*/ 6977 h 47625"/>
                  <a:gd name="connsiteX3" fmla="*/ 40648 w 47624"/>
                  <a:gd name="connsiteY3" fmla="*/ 6972 h 47625"/>
                  <a:gd name="connsiteX4" fmla="*/ 40652 w 47624"/>
                  <a:gd name="connsiteY4" fmla="*/ 40648 h 47625"/>
                  <a:gd name="connsiteX5" fmla="*/ 23788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8" y="47625"/>
                    </a:moveTo>
                    <a:cubicBezTo>
                      <a:pt x="17477" y="47643"/>
                      <a:pt x="11423" y="45131"/>
                      <a:pt x="6976" y="40653"/>
                    </a:cubicBezTo>
                    <a:cubicBezTo>
                      <a:pt x="-2324" y="31355"/>
                      <a:pt x="-2326" y="16277"/>
                      <a:pt x="6972" y="6977"/>
                    </a:cubicBezTo>
                    <a:cubicBezTo>
                      <a:pt x="16270" y="-2324"/>
                      <a:pt x="31347" y="-2326"/>
                      <a:pt x="40648" y="6972"/>
                    </a:cubicBezTo>
                    <a:cubicBezTo>
                      <a:pt x="49948" y="16271"/>
                      <a:pt x="49950" y="31348"/>
                      <a:pt x="40652" y="40648"/>
                    </a:cubicBezTo>
                    <a:cubicBezTo>
                      <a:pt x="36181" y="45121"/>
                      <a:pt x="30113" y="47632"/>
                      <a:pt x="2378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72853B8-EFBF-9F70-A63A-EC14C0FA41C4}"/>
                  </a:ext>
                </a:extLst>
              </p:cNvPr>
              <p:cNvSpPr/>
              <p:nvPr/>
            </p:nvSpPr>
            <p:spPr>
              <a:xfrm>
                <a:off x="6675773" y="3883762"/>
                <a:ext cx="47624" cy="47625"/>
              </a:xfrm>
              <a:custGeom>
                <a:avLst/>
                <a:gdLst>
                  <a:gd name="connsiteX0" fmla="*/ 23817 w 47624"/>
                  <a:gd name="connsiteY0" fmla="*/ 47625 h 47625"/>
                  <a:gd name="connsiteX1" fmla="*/ 0 w 47624"/>
                  <a:gd name="connsiteY1" fmla="*/ 23817 h 47625"/>
                  <a:gd name="connsiteX2" fmla="*/ 23807 w 47624"/>
                  <a:gd name="connsiteY2" fmla="*/ 0 h 47625"/>
                  <a:gd name="connsiteX3" fmla="*/ 47625 w 47624"/>
                  <a:gd name="connsiteY3" fmla="*/ 23808 h 47625"/>
                  <a:gd name="connsiteX4" fmla="*/ 40667 w 47624"/>
                  <a:gd name="connsiteY4" fmla="*/ 40634 h 47625"/>
                  <a:gd name="connsiteX5" fmla="*/ 23817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9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2" y="45126"/>
                      <a:pt x="30143" y="47644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  <p:grpSp>
          <p:nvGrpSpPr>
            <p:cNvPr id="32" name="Graphic 50" descr="Dice outline">
              <a:extLst>
                <a:ext uri="{FF2B5EF4-FFF2-40B4-BE49-F238E27FC236}">
                  <a16:creationId xmlns:a16="http://schemas.microsoft.com/office/drawing/2014/main" id="{8F307159-3F49-1CAF-DFCF-26851D57787C}"/>
                </a:ext>
              </a:extLst>
            </p:cNvPr>
            <p:cNvGrpSpPr/>
            <p:nvPr/>
          </p:nvGrpSpPr>
          <p:grpSpPr>
            <a:xfrm rot="16200000" flipV="1">
              <a:off x="6110733" y="1328453"/>
              <a:ext cx="731497" cy="750827"/>
              <a:chOff x="6184050" y="3507525"/>
              <a:chExt cx="731497" cy="750827"/>
            </a:xfrm>
            <a:solidFill>
              <a:schemeClr val="bg1">
                <a:lumMod val="95000"/>
              </a:schemeClr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A005D35-8644-34F3-E7E2-EF7F12A1C048}"/>
                  </a:ext>
                </a:extLst>
              </p:cNvPr>
              <p:cNvSpPr/>
              <p:nvPr/>
            </p:nvSpPr>
            <p:spPr>
              <a:xfrm>
                <a:off x="6184050" y="3507525"/>
                <a:ext cx="361950" cy="362073"/>
              </a:xfrm>
              <a:custGeom>
                <a:avLst/>
                <a:gdLst>
                  <a:gd name="connsiteX0" fmla="*/ 314325 w 361950"/>
                  <a:gd name="connsiteY0" fmla="*/ 362074 h 362073"/>
                  <a:gd name="connsiteX1" fmla="*/ 47625 w 361950"/>
                  <a:gd name="connsiteY1" fmla="*/ 362074 h 362073"/>
                  <a:gd name="connsiteX2" fmla="*/ 0 w 361950"/>
                  <a:gd name="connsiteY2" fmla="*/ 314449 h 362073"/>
                  <a:gd name="connsiteX3" fmla="*/ 0 w 361950"/>
                  <a:gd name="connsiteY3" fmla="*/ 47625 h 362073"/>
                  <a:gd name="connsiteX4" fmla="*/ 47625 w 361950"/>
                  <a:gd name="connsiteY4" fmla="*/ 0 h 362073"/>
                  <a:gd name="connsiteX5" fmla="*/ 314325 w 361950"/>
                  <a:gd name="connsiteY5" fmla="*/ 0 h 362073"/>
                  <a:gd name="connsiteX6" fmla="*/ 361950 w 361950"/>
                  <a:gd name="connsiteY6" fmla="*/ 47625 h 362073"/>
                  <a:gd name="connsiteX7" fmla="*/ 361950 w 361950"/>
                  <a:gd name="connsiteY7" fmla="*/ 314439 h 362073"/>
                  <a:gd name="connsiteX8" fmla="*/ 314325 w 361950"/>
                  <a:gd name="connsiteY8" fmla="*/ 362074 h 362073"/>
                  <a:gd name="connsiteX9" fmla="*/ 47625 w 361950"/>
                  <a:gd name="connsiteY9" fmla="*/ 19050 h 362073"/>
                  <a:gd name="connsiteX10" fmla="*/ 19050 w 361950"/>
                  <a:gd name="connsiteY10" fmla="*/ 47625 h 362073"/>
                  <a:gd name="connsiteX11" fmla="*/ 19050 w 361950"/>
                  <a:gd name="connsiteY11" fmla="*/ 314439 h 362073"/>
                  <a:gd name="connsiteX12" fmla="*/ 47625 w 361950"/>
                  <a:gd name="connsiteY12" fmla="*/ 343014 h 362073"/>
                  <a:gd name="connsiteX13" fmla="*/ 314325 w 361950"/>
                  <a:gd name="connsiteY13" fmla="*/ 343014 h 362073"/>
                  <a:gd name="connsiteX14" fmla="*/ 342900 w 361950"/>
                  <a:gd name="connsiteY14" fmla="*/ 314439 h 362073"/>
                  <a:gd name="connsiteX15" fmla="*/ 342900 w 361950"/>
                  <a:gd name="connsiteY15" fmla="*/ 47625 h 362073"/>
                  <a:gd name="connsiteX16" fmla="*/ 314325 w 361950"/>
                  <a:gd name="connsiteY16" fmla="*/ 19050 h 362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1950" h="362073">
                    <a:moveTo>
                      <a:pt x="314325" y="362074"/>
                    </a:moveTo>
                    <a:lnTo>
                      <a:pt x="47625" y="362074"/>
                    </a:lnTo>
                    <a:cubicBezTo>
                      <a:pt x="21338" y="362037"/>
                      <a:pt x="37" y="340736"/>
                      <a:pt x="0" y="314449"/>
                    </a:cubicBezTo>
                    <a:lnTo>
                      <a:pt x="0" y="47625"/>
                    </a:lnTo>
                    <a:cubicBezTo>
                      <a:pt x="37" y="21338"/>
                      <a:pt x="21338" y="37"/>
                      <a:pt x="47625" y="0"/>
                    </a:cubicBezTo>
                    <a:lnTo>
                      <a:pt x="314325" y="0"/>
                    </a:lnTo>
                    <a:cubicBezTo>
                      <a:pt x="340612" y="37"/>
                      <a:pt x="361913" y="21338"/>
                      <a:pt x="361950" y="47625"/>
                    </a:cubicBezTo>
                    <a:lnTo>
                      <a:pt x="361950" y="314439"/>
                    </a:lnTo>
                    <a:cubicBezTo>
                      <a:pt x="361919" y="340730"/>
                      <a:pt x="340616" y="362037"/>
                      <a:pt x="314325" y="362074"/>
                    </a:cubicBezTo>
                    <a:close/>
                    <a:moveTo>
                      <a:pt x="47625" y="19050"/>
                    </a:moveTo>
                    <a:cubicBezTo>
                      <a:pt x="31843" y="19050"/>
                      <a:pt x="19050" y="31843"/>
                      <a:pt x="19050" y="47625"/>
                    </a:cubicBezTo>
                    <a:lnTo>
                      <a:pt x="19050" y="314439"/>
                    </a:lnTo>
                    <a:cubicBezTo>
                      <a:pt x="19050" y="330221"/>
                      <a:pt x="31843" y="343014"/>
                      <a:pt x="47625" y="343014"/>
                    </a:cubicBezTo>
                    <a:lnTo>
                      <a:pt x="314325" y="343014"/>
                    </a:lnTo>
                    <a:cubicBezTo>
                      <a:pt x="330107" y="343014"/>
                      <a:pt x="342900" y="330221"/>
                      <a:pt x="342900" y="314439"/>
                    </a:cubicBezTo>
                    <a:lnTo>
                      <a:pt x="342900" y="47625"/>
                    </a:lnTo>
                    <a:cubicBezTo>
                      <a:pt x="342900" y="31843"/>
                      <a:pt x="330107" y="19050"/>
                      <a:pt x="314325" y="1905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649CB00-5652-D860-2A43-9D14E7E22906}"/>
                  </a:ext>
                </a:extLst>
              </p:cNvPr>
              <p:cNvSpPr/>
              <p:nvPr/>
            </p:nvSpPr>
            <p:spPr>
              <a:xfrm>
                <a:off x="6443153" y="3785731"/>
                <a:ext cx="472393" cy="472621"/>
              </a:xfrm>
              <a:custGeom>
                <a:avLst/>
                <a:gdLst>
                  <a:gd name="connsiteX0" fmla="*/ 236196 w 472393"/>
                  <a:gd name="connsiteY0" fmla="*/ 472621 h 472621"/>
                  <a:gd name="connsiteX1" fmla="*/ 236196 w 472393"/>
                  <a:gd name="connsiteY1" fmla="*/ 472621 h 472621"/>
                  <a:gd name="connsiteX2" fmla="*/ 202525 w 472393"/>
                  <a:gd name="connsiteY2" fmla="*/ 458648 h 472621"/>
                  <a:gd name="connsiteX3" fmla="*/ 13930 w 472393"/>
                  <a:gd name="connsiteY3" fmla="*/ 269977 h 472621"/>
                  <a:gd name="connsiteX4" fmla="*/ 13930 w 472393"/>
                  <a:gd name="connsiteY4" fmla="*/ 202606 h 472621"/>
                  <a:gd name="connsiteX5" fmla="*/ 202525 w 472393"/>
                  <a:gd name="connsiteY5" fmla="*/ 14011 h 472621"/>
                  <a:gd name="connsiteX6" fmla="*/ 236196 w 472393"/>
                  <a:gd name="connsiteY6" fmla="*/ 0 h 472621"/>
                  <a:gd name="connsiteX7" fmla="*/ 236196 w 472393"/>
                  <a:gd name="connsiteY7" fmla="*/ 0 h 472621"/>
                  <a:gd name="connsiteX8" fmla="*/ 269867 w 472393"/>
                  <a:gd name="connsiteY8" fmla="*/ 13964 h 472621"/>
                  <a:gd name="connsiteX9" fmla="*/ 458462 w 472393"/>
                  <a:gd name="connsiteY9" fmla="*/ 202635 h 472621"/>
                  <a:gd name="connsiteX10" fmla="*/ 458462 w 472393"/>
                  <a:gd name="connsiteY10" fmla="*/ 270015 h 472621"/>
                  <a:gd name="connsiteX11" fmla="*/ 269915 w 472393"/>
                  <a:gd name="connsiteY11" fmla="*/ 458658 h 472621"/>
                  <a:gd name="connsiteX12" fmla="*/ 236196 w 472393"/>
                  <a:gd name="connsiteY12" fmla="*/ 472621 h 472621"/>
                  <a:gd name="connsiteX13" fmla="*/ 27084 w 472393"/>
                  <a:gd name="connsiteY13" fmla="*/ 256213 h 472621"/>
                  <a:gd name="connsiteX14" fmla="*/ 27399 w 472393"/>
                  <a:gd name="connsiteY14" fmla="*/ 256537 h 472621"/>
                  <a:gd name="connsiteX15" fmla="*/ 215994 w 472393"/>
                  <a:gd name="connsiteY15" fmla="*/ 445189 h 472621"/>
                  <a:gd name="connsiteX16" fmla="*/ 236196 w 472393"/>
                  <a:gd name="connsiteY16" fmla="*/ 453571 h 472621"/>
                  <a:gd name="connsiteX17" fmla="*/ 236196 w 472393"/>
                  <a:gd name="connsiteY17" fmla="*/ 453571 h 472621"/>
                  <a:gd name="connsiteX18" fmla="*/ 256399 w 472393"/>
                  <a:gd name="connsiteY18" fmla="*/ 445208 h 472621"/>
                  <a:gd name="connsiteX19" fmla="*/ 444994 w 472393"/>
                  <a:gd name="connsiteY19" fmla="*/ 256537 h 472621"/>
                  <a:gd name="connsiteX20" fmla="*/ 445017 w 472393"/>
                  <a:gd name="connsiteY20" fmla="*/ 216126 h 472621"/>
                  <a:gd name="connsiteX21" fmla="*/ 444994 w 472393"/>
                  <a:gd name="connsiteY21" fmla="*/ 216103 h 472621"/>
                  <a:gd name="connsiteX22" fmla="*/ 256399 w 472393"/>
                  <a:gd name="connsiteY22" fmla="*/ 27432 h 472621"/>
                  <a:gd name="connsiteX23" fmla="*/ 236196 w 472393"/>
                  <a:gd name="connsiteY23" fmla="*/ 19050 h 472621"/>
                  <a:gd name="connsiteX24" fmla="*/ 236196 w 472393"/>
                  <a:gd name="connsiteY24" fmla="*/ 19050 h 472621"/>
                  <a:gd name="connsiteX25" fmla="*/ 215994 w 472393"/>
                  <a:gd name="connsiteY25" fmla="*/ 27404 h 472621"/>
                  <a:gd name="connsiteX26" fmla="*/ 27399 w 472393"/>
                  <a:gd name="connsiteY26" fmla="*/ 216084 h 472621"/>
                  <a:gd name="connsiteX27" fmla="*/ 27084 w 472393"/>
                  <a:gd name="connsiteY27" fmla="*/ 256213 h 47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2393" h="472621">
                    <a:moveTo>
                      <a:pt x="236196" y="472621"/>
                    </a:moveTo>
                    <a:lnTo>
                      <a:pt x="236196" y="472621"/>
                    </a:lnTo>
                    <a:cubicBezTo>
                      <a:pt x="223556" y="472655"/>
                      <a:pt x="211427" y="467622"/>
                      <a:pt x="202525" y="458648"/>
                    </a:cubicBezTo>
                    <a:lnTo>
                      <a:pt x="13930" y="269977"/>
                    </a:lnTo>
                    <a:cubicBezTo>
                      <a:pt x="-4643" y="251361"/>
                      <a:pt x="-4643" y="221222"/>
                      <a:pt x="13930" y="202606"/>
                    </a:cubicBezTo>
                    <a:lnTo>
                      <a:pt x="202525" y="14011"/>
                    </a:lnTo>
                    <a:cubicBezTo>
                      <a:pt x="211425" y="5029"/>
                      <a:pt x="223551" y="-17"/>
                      <a:pt x="236196" y="0"/>
                    </a:cubicBezTo>
                    <a:lnTo>
                      <a:pt x="236196" y="0"/>
                    </a:lnTo>
                    <a:cubicBezTo>
                      <a:pt x="248835" y="-34"/>
                      <a:pt x="260961" y="4995"/>
                      <a:pt x="269867" y="13964"/>
                    </a:cubicBezTo>
                    <a:lnTo>
                      <a:pt x="458462" y="202635"/>
                    </a:lnTo>
                    <a:cubicBezTo>
                      <a:pt x="477038" y="221254"/>
                      <a:pt x="477038" y="251395"/>
                      <a:pt x="458462" y="270015"/>
                    </a:cubicBezTo>
                    <a:lnTo>
                      <a:pt x="269915" y="458658"/>
                    </a:lnTo>
                    <a:cubicBezTo>
                      <a:pt x="260994" y="467632"/>
                      <a:pt x="248850" y="472660"/>
                      <a:pt x="236196" y="472621"/>
                    </a:cubicBezTo>
                    <a:close/>
                    <a:moveTo>
                      <a:pt x="27084" y="256213"/>
                    </a:moveTo>
                    <a:lnTo>
                      <a:pt x="27399" y="256537"/>
                    </a:lnTo>
                    <a:lnTo>
                      <a:pt x="215994" y="445189"/>
                    </a:lnTo>
                    <a:cubicBezTo>
                      <a:pt x="221336" y="450573"/>
                      <a:pt x="228612" y="453591"/>
                      <a:pt x="236196" y="453571"/>
                    </a:cubicBezTo>
                    <a:lnTo>
                      <a:pt x="236196" y="453571"/>
                    </a:lnTo>
                    <a:cubicBezTo>
                      <a:pt x="243777" y="453594"/>
                      <a:pt x="251052" y="450583"/>
                      <a:pt x="256399" y="445208"/>
                    </a:cubicBezTo>
                    <a:lnTo>
                      <a:pt x="444994" y="256537"/>
                    </a:lnTo>
                    <a:cubicBezTo>
                      <a:pt x="456159" y="245384"/>
                      <a:pt x="456169" y="227291"/>
                      <a:pt x="445017" y="216126"/>
                    </a:cubicBezTo>
                    <a:cubicBezTo>
                      <a:pt x="445009" y="216119"/>
                      <a:pt x="445001" y="216111"/>
                      <a:pt x="444994" y="216103"/>
                    </a:cubicBezTo>
                    <a:lnTo>
                      <a:pt x="256399" y="27432"/>
                    </a:lnTo>
                    <a:cubicBezTo>
                      <a:pt x="251054" y="22052"/>
                      <a:pt x="243780" y="19034"/>
                      <a:pt x="236196" y="19050"/>
                    </a:cubicBezTo>
                    <a:lnTo>
                      <a:pt x="236196" y="19050"/>
                    </a:lnTo>
                    <a:cubicBezTo>
                      <a:pt x="228617" y="19028"/>
                      <a:pt x="221344" y="22035"/>
                      <a:pt x="215994" y="27404"/>
                    </a:cubicBezTo>
                    <a:lnTo>
                      <a:pt x="27399" y="216084"/>
                    </a:lnTo>
                    <a:cubicBezTo>
                      <a:pt x="16339" y="227125"/>
                      <a:pt x="16198" y="245001"/>
                      <a:pt x="27084" y="256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11AFF23C-5F05-F75D-986A-06CB6D25483B}"/>
                  </a:ext>
                </a:extLst>
              </p:cNvPr>
              <p:cNvSpPr/>
              <p:nvPr/>
            </p:nvSpPr>
            <p:spPr>
              <a:xfrm>
                <a:off x="640788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E40F21C-E3E9-FB6D-2B01-26890FEEF86F}"/>
                  </a:ext>
                </a:extLst>
              </p:cNvPr>
              <p:cNvSpPr/>
              <p:nvPr/>
            </p:nvSpPr>
            <p:spPr>
              <a:xfrm>
                <a:off x="627453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393F388E-2926-D435-2ABF-49F127E9E4D3}"/>
                  </a:ext>
                </a:extLst>
              </p:cNvPr>
              <p:cNvSpPr/>
              <p:nvPr/>
            </p:nvSpPr>
            <p:spPr>
              <a:xfrm>
                <a:off x="6407906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B4E0446-8797-4673-A183-D5D05659A358}"/>
                  </a:ext>
                </a:extLst>
              </p:cNvPr>
              <p:cNvSpPr/>
              <p:nvPr/>
            </p:nvSpPr>
            <p:spPr>
              <a:xfrm>
                <a:off x="6274547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F9EB3DC-3E24-84A9-2B37-A13046296F7A}"/>
                  </a:ext>
                </a:extLst>
              </p:cNvPr>
              <p:cNvSpPr/>
              <p:nvPr/>
            </p:nvSpPr>
            <p:spPr>
              <a:xfrm>
                <a:off x="640788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31C6E03-AF81-0C6A-F9B6-775ED9E5BAD2}"/>
                  </a:ext>
                </a:extLst>
              </p:cNvPr>
              <p:cNvSpPr/>
              <p:nvPr/>
            </p:nvSpPr>
            <p:spPr>
              <a:xfrm>
                <a:off x="627453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BD140C4-D348-CA8B-CE5A-B3F656F05EFD}"/>
                  </a:ext>
                </a:extLst>
              </p:cNvPr>
              <p:cNvSpPr/>
              <p:nvPr/>
            </p:nvSpPr>
            <p:spPr>
              <a:xfrm>
                <a:off x="6635339" y="4112762"/>
                <a:ext cx="47625" cy="47625"/>
              </a:xfrm>
              <a:custGeom>
                <a:avLst/>
                <a:gdLst>
                  <a:gd name="connsiteX0" fmla="*/ 23817 w 47625"/>
                  <a:gd name="connsiteY0" fmla="*/ 47625 h 47625"/>
                  <a:gd name="connsiteX1" fmla="*/ 0 w 47625"/>
                  <a:gd name="connsiteY1" fmla="*/ 23817 h 47625"/>
                  <a:gd name="connsiteX2" fmla="*/ 23807 w 47625"/>
                  <a:gd name="connsiteY2" fmla="*/ 0 h 47625"/>
                  <a:gd name="connsiteX3" fmla="*/ 47625 w 47625"/>
                  <a:gd name="connsiteY3" fmla="*/ 23808 h 47625"/>
                  <a:gd name="connsiteX4" fmla="*/ 40667 w 47625"/>
                  <a:gd name="connsiteY4" fmla="*/ 40634 h 47625"/>
                  <a:gd name="connsiteX5" fmla="*/ 23817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8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1" y="45124"/>
                      <a:pt x="30143" y="47641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ECD6787-DD70-936D-F39B-3AFC0D1F27F5}"/>
                  </a:ext>
                </a:extLst>
              </p:cNvPr>
              <p:cNvSpPr/>
              <p:nvPr/>
            </p:nvSpPr>
            <p:spPr>
              <a:xfrm>
                <a:off x="6702691" y="4045392"/>
                <a:ext cx="47625" cy="47625"/>
              </a:xfrm>
              <a:custGeom>
                <a:avLst/>
                <a:gdLst>
                  <a:gd name="connsiteX0" fmla="*/ 23808 w 47625"/>
                  <a:gd name="connsiteY0" fmla="*/ 47625 h 47625"/>
                  <a:gd name="connsiteX1" fmla="*/ 0 w 47625"/>
                  <a:gd name="connsiteY1" fmla="*/ 23808 h 47625"/>
                  <a:gd name="connsiteX2" fmla="*/ 23816 w 47625"/>
                  <a:gd name="connsiteY2" fmla="*/ 0 h 47625"/>
                  <a:gd name="connsiteX3" fmla="*/ 47625 w 47625"/>
                  <a:gd name="connsiteY3" fmla="*/ 23817 h 47625"/>
                  <a:gd name="connsiteX4" fmla="*/ 40657 w 47625"/>
                  <a:gd name="connsiteY4" fmla="*/ 40643 h 47625"/>
                  <a:gd name="connsiteX5" fmla="*/ 23808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08" y="47625"/>
                    </a:moveTo>
                    <a:cubicBezTo>
                      <a:pt x="10657" y="47622"/>
                      <a:pt x="-3" y="36960"/>
                      <a:pt x="0" y="23808"/>
                    </a:cubicBezTo>
                    <a:cubicBezTo>
                      <a:pt x="2" y="10657"/>
                      <a:pt x="10665" y="-3"/>
                      <a:pt x="23816" y="0"/>
                    </a:cubicBezTo>
                    <a:cubicBezTo>
                      <a:pt x="36967" y="3"/>
                      <a:pt x="47627" y="10666"/>
                      <a:pt x="47625" y="23817"/>
                    </a:cubicBezTo>
                    <a:cubicBezTo>
                      <a:pt x="47623" y="30128"/>
                      <a:pt x="45118" y="36179"/>
                      <a:pt x="40657" y="40643"/>
                    </a:cubicBezTo>
                    <a:cubicBezTo>
                      <a:pt x="36201" y="45130"/>
                      <a:pt x="30132" y="47645"/>
                      <a:pt x="2380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46FF714-8EC1-EC7E-51B5-097B44E6BB9D}"/>
                  </a:ext>
                </a:extLst>
              </p:cNvPr>
              <p:cNvSpPr/>
              <p:nvPr/>
            </p:nvSpPr>
            <p:spPr>
              <a:xfrm>
                <a:off x="6541061" y="4018436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DD2B829-2A3D-EF2D-9885-CFD06166DEB0}"/>
                  </a:ext>
                </a:extLst>
              </p:cNvPr>
              <p:cNvSpPr/>
              <p:nvPr/>
            </p:nvSpPr>
            <p:spPr>
              <a:xfrm>
                <a:off x="6770051" y="3978060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DA91D23-5049-39A8-5C52-ED0D64E67F33}"/>
                  </a:ext>
                </a:extLst>
              </p:cNvPr>
              <p:cNvSpPr/>
              <p:nvPr/>
            </p:nvSpPr>
            <p:spPr>
              <a:xfrm>
                <a:off x="6608451" y="3951075"/>
                <a:ext cx="47624" cy="47625"/>
              </a:xfrm>
              <a:custGeom>
                <a:avLst/>
                <a:gdLst>
                  <a:gd name="connsiteX0" fmla="*/ 23788 w 47624"/>
                  <a:gd name="connsiteY0" fmla="*/ 47625 h 47625"/>
                  <a:gd name="connsiteX1" fmla="*/ 6976 w 47624"/>
                  <a:gd name="connsiteY1" fmla="*/ 40653 h 47625"/>
                  <a:gd name="connsiteX2" fmla="*/ 6972 w 47624"/>
                  <a:gd name="connsiteY2" fmla="*/ 6977 h 47625"/>
                  <a:gd name="connsiteX3" fmla="*/ 40648 w 47624"/>
                  <a:gd name="connsiteY3" fmla="*/ 6972 h 47625"/>
                  <a:gd name="connsiteX4" fmla="*/ 40652 w 47624"/>
                  <a:gd name="connsiteY4" fmla="*/ 40648 h 47625"/>
                  <a:gd name="connsiteX5" fmla="*/ 23788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8" y="47625"/>
                    </a:moveTo>
                    <a:cubicBezTo>
                      <a:pt x="17477" y="47643"/>
                      <a:pt x="11423" y="45131"/>
                      <a:pt x="6976" y="40653"/>
                    </a:cubicBezTo>
                    <a:cubicBezTo>
                      <a:pt x="-2324" y="31355"/>
                      <a:pt x="-2326" y="16277"/>
                      <a:pt x="6972" y="6977"/>
                    </a:cubicBezTo>
                    <a:cubicBezTo>
                      <a:pt x="16270" y="-2324"/>
                      <a:pt x="31347" y="-2326"/>
                      <a:pt x="40648" y="6972"/>
                    </a:cubicBezTo>
                    <a:cubicBezTo>
                      <a:pt x="49948" y="16271"/>
                      <a:pt x="49950" y="31348"/>
                      <a:pt x="40652" y="40648"/>
                    </a:cubicBezTo>
                    <a:cubicBezTo>
                      <a:pt x="36181" y="45121"/>
                      <a:pt x="30113" y="47632"/>
                      <a:pt x="2378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599A402-C5B1-D696-23DD-219A59A2D2EA}"/>
                  </a:ext>
                </a:extLst>
              </p:cNvPr>
              <p:cNvSpPr/>
              <p:nvPr/>
            </p:nvSpPr>
            <p:spPr>
              <a:xfrm>
                <a:off x="6675773" y="3883762"/>
                <a:ext cx="47624" cy="47625"/>
              </a:xfrm>
              <a:custGeom>
                <a:avLst/>
                <a:gdLst>
                  <a:gd name="connsiteX0" fmla="*/ 23817 w 47624"/>
                  <a:gd name="connsiteY0" fmla="*/ 47625 h 47625"/>
                  <a:gd name="connsiteX1" fmla="*/ 0 w 47624"/>
                  <a:gd name="connsiteY1" fmla="*/ 23817 h 47625"/>
                  <a:gd name="connsiteX2" fmla="*/ 23807 w 47624"/>
                  <a:gd name="connsiteY2" fmla="*/ 0 h 47625"/>
                  <a:gd name="connsiteX3" fmla="*/ 47625 w 47624"/>
                  <a:gd name="connsiteY3" fmla="*/ 23808 h 47625"/>
                  <a:gd name="connsiteX4" fmla="*/ 40667 w 47624"/>
                  <a:gd name="connsiteY4" fmla="*/ 40634 h 47625"/>
                  <a:gd name="connsiteX5" fmla="*/ 23817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9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2" y="45126"/>
                      <a:pt x="30143" y="47644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8766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EEE6-68E2-26C1-541D-7E0FE3E5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AA25BA-8905-5054-1489-8C94DE6CDBAB}"/>
              </a:ext>
            </a:extLst>
          </p:cNvPr>
          <p:cNvSpPr/>
          <p:nvPr/>
        </p:nvSpPr>
        <p:spPr>
          <a:xfrm>
            <a:off x="6780551" y="427703"/>
            <a:ext cx="5411449" cy="3410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19FB11-660E-2127-82F8-18BA3CD1FC3E}"/>
              </a:ext>
            </a:extLst>
          </p:cNvPr>
          <p:cNvSpPr/>
          <p:nvPr/>
        </p:nvSpPr>
        <p:spPr>
          <a:xfrm>
            <a:off x="6780550" y="3644278"/>
            <a:ext cx="5411449" cy="2816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652E6B1-89F1-739B-3531-732E73451C9A}"/>
              </a:ext>
            </a:extLst>
          </p:cNvPr>
          <p:cNvSpPr/>
          <p:nvPr/>
        </p:nvSpPr>
        <p:spPr>
          <a:xfrm>
            <a:off x="-16412" y="427703"/>
            <a:ext cx="8555971" cy="6033393"/>
          </a:xfrm>
          <a:custGeom>
            <a:avLst/>
            <a:gdLst>
              <a:gd name="connsiteX0" fmla="*/ 0 w 8555971"/>
              <a:gd name="connsiteY0" fmla="*/ 0 h 3477719"/>
              <a:gd name="connsiteX1" fmla="*/ 8432733 w 8555971"/>
              <a:gd name="connsiteY1" fmla="*/ 0 h 3477719"/>
              <a:gd name="connsiteX2" fmla="*/ 8046617 w 8555971"/>
              <a:gd name="connsiteY2" fmla="*/ 1666023 h 3477719"/>
              <a:gd name="connsiteX3" fmla="*/ 8046263 w 8555971"/>
              <a:gd name="connsiteY3" fmla="*/ 1666928 h 3477719"/>
              <a:gd name="connsiteX4" fmla="*/ 8046395 w 8555971"/>
              <a:gd name="connsiteY4" fmla="*/ 1666980 h 3477719"/>
              <a:gd name="connsiteX5" fmla="*/ 8046264 w 8555971"/>
              <a:gd name="connsiteY5" fmla="*/ 1667543 h 3477719"/>
              <a:gd name="connsiteX6" fmla="*/ 8050141 w 8555971"/>
              <a:gd name="connsiteY6" fmla="*/ 1668442 h 3477719"/>
              <a:gd name="connsiteX7" fmla="*/ 8555971 w 8555971"/>
              <a:gd name="connsiteY7" fmla="*/ 1865864 h 3477719"/>
              <a:gd name="connsiteX8" fmla="*/ 8182409 w 8555971"/>
              <a:gd name="connsiteY8" fmla="*/ 3477719 h 3477719"/>
              <a:gd name="connsiteX9" fmla="*/ 0 w 8555971"/>
              <a:gd name="connsiteY9" fmla="*/ 3477719 h 3477719"/>
              <a:gd name="connsiteX10" fmla="*/ 0 w 8555971"/>
              <a:gd name="connsiteY10" fmla="*/ 0 h 34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55971" h="3477719">
                <a:moveTo>
                  <a:pt x="0" y="0"/>
                </a:moveTo>
                <a:lnTo>
                  <a:pt x="8432733" y="0"/>
                </a:lnTo>
                <a:lnTo>
                  <a:pt x="8046617" y="1666023"/>
                </a:lnTo>
                <a:lnTo>
                  <a:pt x="8046263" y="1666928"/>
                </a:lnTo>
                <a:lnTo>
                  <a:pt x="8046395" y="1666980"/>
                </a:lnTo>
                <a:lnTo>
                  <a:pt x="8046264" y="1667543"/>
                </a:lnTo>
                <a:lnTo>
                  <a:pt x="8050141" y="1668442"/>
                </a:lnTo>
                <a:lnTo>
                  <a:pt x="8555971" y="1865864"/>
                </a:lnTo>
                <a:lnTo>
                  <a:pt x="8182409" y="3477719"/>
                </a:lnTo>
                <a:lnTo>
                  <a:pt x="0" y="347771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12" name="Graphic 51" descr="Comment Important outline">
            <a:extLst>
              <a:ext uri="{FF2B5EF4-FFF2-40B4-BE49-F238E27FC236}">
                <a16:creationId xmlns:a16="http://schemas.microsoft.com/office/drawing/2014/main" id="{35102CF3-5D3C-27DF-BC8F-AD2C61B4E695}"/>
              </a:ext>
            </a:extLst>
          </p:cNvPr>
          <p:cNvGrpSpPr/>
          <p:nvPr/>
        </p:nvGrpSpPr>
        <p:grpSpPr>
          <a:xfrm>
            <a:off x="10026650" y="2609011"/>
            <a:ext cx="642266" cy="411843"/>
            <a:chOff x="6613898" y="1060888"/>
            <a:chExt cx="647703" cy="590664"/>
          </a:xfrm>
          <a:solidFill>
            <a:schemeClr val="bg1">
              <a:lumMod val="7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45DBDFA-4849-E074-5382-23441661F8BE}"/>
                </a:ext>
              </a:extLst>
            </p:cNvPr>
            <p:cNvSpPr/>
            <p:nvPr/>
          </p:nvSpPr>
          <p:spPr>
            <a:xfrm>
              <a:off x="6613898" y="1060888"/>
              <a:ext cx="647703" cy="590664"/>
            </a:xfrm>
            <a:custGeom>
              <a:avLst/>
              <a:gdLst>
                <a:gd name="connsiteX0" fmla="*/ 615316 w 647703"/>
                <a:gd name="connsiteY0" fmla="*/ 0 h 590664"/>
                <a:gd name="connsiteX1" fmla="*/ 32386 w 647703"/>
                <a:gd name="connsiteY1" fmla="*/ 0 h 590664"/>
                <a:gd name="connsiteX2" fmla="*/ 1 w 647703"/>
                <a:gd name="connsiteY2" fmla="*/ 32385 h 590664"/>
                <a:gd name="connsiteX3" fmla="*/ 1 w 647703"/>
                <a:gd name="connsiteY3" fmla="*/ 425882 h 590664"/>
                <a:gd name="connsiteX4" fmla="*/ 31851 w 647703"/>
                <a:gd name="connsiteY4" fmla="*/ 458267 h 590664"/>
                <a:gd name="connsiteX5" fmla="*/ 32386 w 647703"/>
                <a:gd name="connsiteY5" fmla="*/ 458267 h 590664"/>
                <a:gd name="connsiteX6" fmla="*/ 388621 w 647703"/>
                <a:gd name="connsiteY6" fmla="*/ 458267 h 590664"/>
                <a:gd name="connsiteX7" fmla="*/ 518161 w 647703"/>
                <a:gd name="connsiteY7" fmla="*/ 590664 h 590664"/>
                <a:gd name="connsiteX8" fmla="*/ 518161 w 647703"/>
                <a:gd name="connsiteY8" fmla="*/ 459219 h 590664"/>
                <a:gd name="connsiteX9" fmla="*/ 615316 w 647703"/>
                <a:gd name="connsiteY9" fmla="*/ 459219 h 590664"/>
                <a:gd name="connsiteX10" fmla="*/ 647701 w 647703"/>
                <a:gd name="connsiteY10" fmla="*/ 426834 h 590664"/>
                <a:gd name="connsiteX11" fmla="*/ 647701 w 647703"/>
                <a:gd name="connsiteY11" fmla="*/ 33347 h 590664"/>
                <a:gd name="connsiteX12" fmla="*/ 615316 w 647703"/>
                <a:gd name="connsiteY12" fmla="*/ 0 h 590664"/>
                <a:gd name="connsiteX13" fmla="*/ 628651 w 647703"/>
                <a:gd name="connsiteY13" fmla="*/ 426834 h 590664"/>
                <a:gd name="connsiteX14" fmla="*/ 615316 w 647703"/>
                <a:gd name="connsiteY14" fmla="*/ 440169 h 590664"/>
                <a:gd name="connsiteX15" fmla="*/ 499111 w 647703"/>
                <a:gd name="connsiteY15" fmla="*/ 440169 h 590664"/>
                <a:gd name="connsiteX16" fmla="*/ 499111 w 647703"/>
                <a:gd name="connsiteY16" fmla="*/ 543992 h 590664"/>
                <a:gd name="connsiteX17" fmla="*/ 402261 w 647703"/>
                <a:gd name="connsiteY17" fmla="*/ 444960 h 590664"/>
                <a:gd name="connsiteX18" fmla="*/ 396651 w 647703"/>
                <a:gd name="connsiteY18" fmla="*/ 439245 h 590664"/>
                <a:gd name="connsiteX19" fmla="*/ 32386 w 647703"/>
                <a:gd name="connsiteY19" fmla="*/ 439245 h 590664"/>
                <a:gd name="connsiteX20" fmla="*/ 19051 w 647703"/>
                <a:gd name="connsiteY20" fmla="*/ 426489 h 590664"/>
                <a:gd name="connsiteX21" fmla="*/ 19051 w 647703"/>
                <a:gd name="connsiteY21" fmla="*/ 425910 h 590664"/>
                <a:gd name="connsiteX22" fmla="*/ 19051 w 647703"/>
                <a:gd name="connsiteY22" fmla="*/ 32395 h 590664"/>
                <a:gd name="connsiteX23" fmla="*/ 32386 w 647703"/>
                <a:gd name="connsiteY23" fmla="*/ 19060 h 590664"/>
                <a:gd name="connsiteX24" fmla="*/ 615316 w 647703"/>
                <a:gd name="connsiteY24" fmla="*/ 19060 h 590664"/>
                <a:gd name="connsiteX25" fmla="*/ 628651 w 647703"/>
                <a:gd name="connsiteY25" fmla="*/ 33347 h 5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7703" h="590664">
                  <a:moveTo>
                    <a:pt x="615316" y="0"/>
                  </a:moveTo>
                  <a:lnTo>
                    <a:pt x="32386" y="0"/>
                  </a:lnTo>
                  <a:cubicBezTo>
                    <a:pt x="14578" y="186"/>
                    <a:pt x="187" y="14577"/>
                    <a:pt x="1" y="32385"/>
                  </a:cubicBezTo>
                  <a:lnTo>
                    <a:pt x="1" y="425882"/>
                  </a:lnTo>
                  <a:cubicBezTo>
                    <a:pt x="-147" y="443619"/>
                    <a:pt x="14112" y="458119"/>
                    <a:pt x="31851" y="458267"/>
                  </a:cubicBezTo>
                  <a:cubicBezTo>
                    <a:pt x="32029" y="458268"/>
                    <a:pt x="32208" y="458268"/>
                    <a:pt x="32386" y="458267"/>
                  </a:cubicBezTo>
                  <a:lnTo>
                    <a:pt x="388621" y="458267"/>
                  </a:lnTo>
                  <a:lnTo>
                    <a:pt x="518161" y="590664"/>
                  </a:lnTo>
                  <a:lnTo>
                    <a:pt x="518161" y="459219"/>
                  </a:lnTo>
                  <a:lnTo>
                    <a:pt x="615316" y="459219"/>
                  </a:lnTo>
                  <a:cubicBezTo>
                    <a:pt x="633124" y="459034"/>
                    <a:pt x="647515" y="444642"/>
                    <a:pt x="647701" y="426834"/>
                  </a:cubicBezTo>
                  <a:lnTo>
                    <a:pt x="647701" y="33347"/>
                  </a:lnTo>
                  <a:cubicBezTo>
                    <a:pt x="647929" y="15210"/>
                    <a:pt x="633452" y="303"/>
                    <a:pt x="615316" y="0"/>
                  </a:cubicBezTo>
                  <a:close/>
                  <a:moveTo>
                    <a:pt x="628651" y="426834"/>
                  </a:moveTo>
                  <a:cubicBezTo>
                    <a:pt x="628461" y="434119"/>
                    <a:pt x="622601" y="439979"/>
                    <a:pt x="615316" y="440169"/>
                  </a:cubicBezTo>
                  <a:lnTo>
                    <a:pt x="499111" y="440169"/>
                  </a:lnTo>
                  <a:lnTo>
                    <a:pt x="499111" y="543992"/>
                  </a:lnTo>
                  <a:lnTo>
                    <a:pt x="402261" y="444960"/>
                  </a:lnTo>
                  <a:lnTo>
                    <a:pt x="396651" y="439245"/>
                  </a:lnTo>
                  <a:lnTo>
                    <a:pt x="32386" y="439245"/>
                  </a:lnTo>
                  <a:cubicBezTo>
                    <a:pt x="25181" y="439405"/>
                    <a:pt x="19211" y="433693"/>
                    <a:pt x="19051" y="426489"/>
                  </a:cubicBezTo>
                  <a:cubicBezTo>
                    <a:pt x="19047" y="426295"/>
                    <a:pt x="19047" y="426103"/>
                    <a:pt x="19051" y="425910"/>
                  </a:cubicBezTo>
                  <a:lnTo>
                    <a:pt x="19051" y="32395"/>
                  </a:lnTo>
                  <a:cubicBezTo>
                    <a:pt x="19242" y="25110"/>
                    <a:pt x="25101" y="19250"/>
                    <a:pt x="32386" y="19060"/>
                  </a:cubicBezTo>
                  <a:lnTo>
                    <a:pt x="615316" y="19060"/>
                  </a:lnTo>
                  <a:cubicBezTo>
                    <a:pt x="622934" y="19344"/>
                    <a:pt x="628892" y="25728"/>
                    <a:pt x="628651" y="33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CCF0EC0-4111-7116-230C-69F7130EF67D}"/>
                </a:ext>
              </a:extLst>
            </p:cNvPr>
            <p:cNvSpPr/>
            <p:nvPr/>
          </p:nvSpPr>
          <p:spPr>
            <a:xfrm>
              <a:off x="6927043" y="1156091"/>
              <a:ext cx="21431" cy="200025"/>
            </a:xfrm>
            <a:custGeom>
              <a:avLst/>
              <a:gdLst>
                <a:gd name="connsiteX0" fmla="*/ 0 w 21431"/>
                <a:gd name="connsiteY0" fmla="*/ 0 h 200025"/>
                <a:gd name="connsiteX1" fmla="*/ 21431 w 21431"/>
                <a:gd name="connsiteY1" fmla="*/ 0 h 200025"/>
                <a:gd name="connsiteX2" fmla="*/ 21431 w 21431"/>
                <a:gd name="connsiteY2" fmla="*/ 200025 h 200025"/>
                <a:gd name="connsiteX3" fmla="*/ 0 w 21431"/>
                <a:gd name="connsiteY3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200025">
                  <a:moveTo>
                    <a:pt x="0" y="0"/>
                  </a:moveTo>
                  <a:lnTo>
                    <a:pt x="21431" y="0"/>
                  </a:lnTo>
                  <a:lnTo>
                    <a:pt x="21431" y="200025"/>
                  </a:lnTo>
                  <a:lnTo>
                    <a:pt x="0" y="200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C85F2A2-5F98-DB1A-E1C5-E08B52A38DA2}"/>
                </a:ext>
              </a:extLst>
            </p:cNvPr>
            <p:cNvSpPr/>
            <p:nvPr/>
          </p:nvSpPr>
          <p:spPr>
            <a:xfrm>
              <a:off x="6918700" y="138707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" name="Graphic 47" descr="Envelope outline">
            <a:extLst>
              <a:ext uri="{FF2B5EF4-FFF2-40B4-BE49-F238E27FC236}">
                <a16:creationId xmlns:a16="http://schemas.microsoft.com/office/drawing/2014/main" id="{A5B0E9B6-39A6-DB22-719B-8314B0D72A4C}"/>
              </a:ext>
            </a:extLst>
          </p:cNvPr>
          <p:cNvSpPr/>
          <p:nvPr/>
        </p:nvSpPr>
        <p:spPr>
          <a:xfrm>
            <a:off x="11046674" y="1391912"/>
            <a:ext cx="534213" cy="325767"/>
          </a:xfrm>
          <a:custGeom>
            <a:avLst/>
            <a:gdLst>
              <a:gd name="connsiteX0" fmla="*/ 0 w 723900"/>
              <a:gd name="connsiteY0" fmla="*/ 0 h 514350"/>
              <a:gd name="connsiteX1" fmla="*/ 0 w 723900"/>
              <a:gd name="connsiteY1" fmla="*/ 514350 h 514350"/>
              <a:gd name="connsiteX2" fmla="*/ 723900 w 723900"/>
              <a:gd name="connsiteY2" fmla="*/ 514350 h 514350"/>
              <a:gd name="connsiteX3" fmla="*/ 723900 w 723900"/>
              <a:gd name="connsiteY3" fmla="*/ 0 h 514350"/>
              <a:gd name="connsiteX4" fmla="*/ 382162 w 723900"/>
              <a:gd name="connsiteY4" fmla="*/ 328270 h 514350"/>
              <a:gd name="connsiteX5" fmla="*/ 341738 w 723900"/>
              <a:gd name="connsiteY5" fmla="*/ 328270 h 514350"/>
              <a:gd name="connsiteX6" fmla="*/ 32680 w 723900"/>
              <a:gd name="connsiteY6" fmla="*/ 19212 h 514350"/>
              <a:gd name="connsiteX7" fmla="*/ 32681 w 723900"/>
              <a:gd name="connsiteY7" fmla="*/ 19078 h 514350"/>
              <a:gd name="connsiteX8" fmla="*/ 32747 w 723900"/>
              <a:gd name="connsiteY8" fmla="*/ 19050 h 514350"/>
              <a:gd name="connsiteX9" fmla="*/ 691153 w 723900"/>
              <a:gd name="connsiteY9" fmla="*/ 19050 h 514350"/>
              <a:gd name="connsiteX10" fmla="*/ 691247 w 723900"/>
              <a:gd name="connsiteY10" fmla="*/ 19146 h 514350"/>
              <a:gd name="connsiteX11" fmla="*/ 691220 w 723900"/>
              <a:gd name="connsiteY11" fmla="*/ 19212 h 514350"/>
              <a:gd name="connsiteX12" fmla="*/ 243707 w 723900"/>
              <a:gd name="connsiteY12" fmla="*/ 257175 h 514350"/>
              <a:gd name="connsiteX13" fmla="*/ 19212 w 723900"/>
              <a:gd name="connsiteY13" fmla="*/ 481670 h 514350"/>
              <a:gd name="connsiteX14" fmla="*/ 19078 w 723900"/>
              <a:gd name="connsiteY14" fmla="*/ 481669 h 514350"/>
              <a:gd name="connsiteX15" fmla="*/ 19050 w 723900"/>
              <a:gd name="connsiteY15" fmla="*/ 481603 h 514350"/>
              <a:gd name="connsiteX16" fmla="*/ 19050 w 723900"/>
              <a:gd name="connsiteY16" fmla="*/ 32747 h 514350"/>
              <a:gd name="connsiteX17" fmla="*/ 19146 w 723900"/>
              <a:gd name="connsiteY17" fmla="*/ 32653 h 514350"/>
              <a:gd name="connsiteX18" fmla="*/ 19212 w 723900"/>
              <a:gd name="connsiteY18" fmla="*/ 32680 h 514350"/>
              <a:gd name="connsiteX19" fmla="*/ 257175 w 723900"/>
              <a:gd name="connsiteY19" fmla="*/ 270643 h 514350"/>
              <a:gd name="connsiteX20" fmla="*/ 328270 w 723900"/>
              <a:gd name="connsiteY20" fmla="*/ 341738 h 514350"/>
              <a:gd name="connsiteX21" fmla="*/ 395622 w 723900"/>
              <a:gd name="connsiteY21" fmla="*/ 341747 h 514350"/>
              <a:gd name="connsiteX22" fmla="*/ 395630 w 723900"/>
              <a:gd name="connsiteY22" fmla="*/ 341738 h 514350"/>
              <a:gd name="connsiteX23" fmla="*/ 466725 w 723900"/>
              <a:gd name="connsiteY23" fmla="*/ 270643 h 514350"/>
              <a:gd name="connsiteX24" fmla="*/ 691220 w 723900"/>
              <a:gd name="connsiteY24" fmla="*/ 495138 h 514350"/>
              <a:gd name="connsiteX25" fmla="*/ 691219 w 723900"/>
              <a:gd name="connsiteY25" fmla="*/ 495272 h 514350"/>
              <a:gd name="connsiteX26" fmla="*/ 691153 w 723900"/>
              <a:gd name="connsiteY26" fmla="*/ 495300 h 514350"/>
              <a:gd name="connsiteX27" fmla="*/ 32747 w 723900"/>
              <a:gd name="connsiteY27" fmla="*/ 495300 h 514350"/>
              <a:gd name="connsiteX28" fmla="*/ 32653 w 723900"/>
              <a:gd name="connsiteY28" fmla="*/ 495204 h 514350"/>
              <a:gd name="connsiteX29" fmla="*/ 32680 w 723900"/>
              <a:gd name="connsiteY29" fmla="*/ 495138 h 514350"/>
              <a:gd name="connsiteX30" fmla="*/ 480193 w 723900"/>
              <a:gd name="connsiteY30" fmla="*/ 257175 h 514350"/>
              <a:gd name="connsiteX31" fmla="*/ 704688 w 723900"/>
              <a:gd name="connsiteY31" fmla="*/ 32680 h 514350"/>
              <a:gd name="connsiteX32" fmla="*/ 704822 w 723900"/>
              <a:gd name="connsiteY32" fmla="*/ 32681 h 514350"/>
              <a:gd name="connsiteX33" fmla="*/ 704850 w 723900"/>
              <a:gd name="connsiteY33" fmla="*/ 32747 h 514350"/>
              <a:gd name="connsiteX34" fmla="*/ 704850 w 723900"/>
              <a:gd name="connsiteY34" fmla="*/ 481603 h 514350"/>
              <a:gd name="connsiteX35" fmla="*/ 704754 w 723900"/>
              <a:gd name="connsiteY35" fmla="*/ 481697 h 514350"/>
              <a:gd name="connsiteX36" fmla="*/ 704688 w 723900"/>
              <a:gd name="connsiteY36" fmla="*/ 48167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23900" h="514350">
                <a:moveTo>
                  <a:pt x="0" y="0"/>
                </a:moveTo>
                <a:lnTo>
                  <a:pt x="0" y="514350"/>
                </a:lnTo>
                <a:lnTo>
                  <a:pt x="723900" y="514350"/>
                </a:lnTo>
                <a:lnTo>
                  <a:pt x="723900" y="0"/>
                </a:lnTo>
                <a:close/>
                <a:moveTo>
                  <a:pt x="382162" y="328270"/>
                </a:moveTo>
                <a:cubicBezTo>
                  <a:pt x="370980" y="339385"/>
                  <a:pt x="352920" y="339385"/>
                  <a:pt x="341738" y="328270"/>
                </a:cubicBezTo>
                <a:lnTo>
                  <a:pt x="32680" y="19212"/>
                </a:lnTo>
                <a:cubicBezTo>
                  <a:pt x="32643" y="19175"/>
                  <a:pt x="32644" y="19114"/>
                  <a:pt x="32681" y="19078"/>
                </a:cubicBezTo>
                <a:cubicBezTo>
                  <a:pt x="32699" y="19060"/>
                  <a:pt x="32722" y="19050"/>
                  <a:pt x="32747" y="19050"/>
                </a:cubicBezTo>
                <a:lnTo>
                  <a:pt x="691153" y="19050"/>
                </a:lnTo>
                <a:cubicBezTo>
                  <a:pt x="691205" y="19051"/>
                  <a:pt x="691247" y="19094"/>
                  <a:pt x="691247" y="19146"/>
                </a:cubicBezTo>
                <a:cubicBezTo>
                  <a:pt x="691246" y="19171"/>
                  <a:pt x="691237" y="19195"/>
                  <a:pt x="691220" y="19212"/>
                </a:cubicBezTo>
                <a:close/>
                <a:moveTo>
                  <a:pt x="243707" y="257175"/>
                </a:moveTo>
                <a:lnTo>
                  <a:pt x="19212" y="481670"/>
                </a:lnTo>
                <a:cubicBezTo>
                  <a:pt x="19175" y="481707"/>
                  <a:pt x="19114" y="481706"/>
                  <a:pt x="19078" y="481669"/>
                </a:cubicBezTo>
                <a:cubicBezTo>
                  <a:pt x="19060" y="481651"/>
                  <a:pt x="19050" y="481628"/>
                  <a:pt x="19050" y="481603"/>
                </a:cubicBezTo>
                <a:lnTo>
                  <a:pt x="19050" y="32747"/>
                </a:lnTo>
                <a:cubicBezTo>
                  <a:pt x="19051" y="32695"/>
                  <a:pt x="19094" y="32653"/>
                  <a:pt x="19146" y="32653"/>
                </a:cubicBezTo>
                <a:cubicBezTo>
                  <a:pt x="19171" y="32654"/>
                  <a:pt x="19195" y="32663"/>
                  <a:pt x="19212" y="32680"/>
                </a:cubicBezTo>
                <a:close/>
                <a:moveTo>
                  <a:pt x="257175" y="270643"/>
                </a:moveTo>
                <a:lnTo>
                  <a:pt x="328270" y="341738"/>
                </a:lnTo>
                <a:cubicBezTo>
                  <a:pt x="346866" y="360339"/>
                  <a:pt x="377020" y="360343"/>
                  <a:pt x="395622" y="341747"/>
                </a:cubicBezTo>
                <a:cubicBezTo>
                  <a:pt x="395625" y="341744"/>
                  <a:pt x="395628" y="341741"/>
                  <a:pt x="395630" y="341738"/>
                </a:cubicBezTo>
                <a:lnTo>
                  <a:pt x="466725" y="270643"/>
                </a:lnTo>
                <a:lnTo>
                  <a:pt x="691220" y="495138"/>
                </a:lnTo>
                <a:cubicBezTo>
                  <a:pt x="691257" y="495175"/>
                  <a:pt x="691256" y="495236"/>
                  <a:pt x="691219" y="495272"/>
                </a:cubicBezTo>
                <a:cubicBezTo>
                  <a:pt x="691201" y="495290"/>
                  <a:pt x="691178" y="495300"/>
                  <a:pt x="691153" y="495300"/>
                </a:cubicBezTo>
                <a:lnTo>
                  <a:pt x="32747" y="495300"/>
                </a:lnTo>
                <a:cubicBezTo>
                  <a:pt x="32695" y="495299"/>
                  <a:pt x="32653" y="495256"/>
                  <a:pt x="32653" y="495204"/>
                </a:cubicBezTo>
                <a:cubicBezTo>
                  <a:pt x="32654" y="495179"/>
                  <a:pt x="32663" y="495155"/>
                  <a:pt x="32680" y="495138"/>
                </a:cubicBezTo>
                <a:close/>
                <a:moveTo>
                  <a:pt x="480193" y="257175"/>
                </a:moveTo>
                <a:lnTo>
                  <a:pt x="704688" y="32680"/>
                </a:lnTo>
                <a:cubicBezTo>
                  <a:pt x="704725" y="32643"/>
                  <a:pt x="704786" y="32644"/>
                  <a:pt x="704822" y="32681"/>
                </a:cubicBezTo>
                <a:cubicBezTo>
                  <a:pt x="704840" y="32699"/>
                  <a:pt x="704850" y="32722"/>
                  <a:pt x="704850" y="32747"/>
                </a:cubicBezTo>
                <a:lnTo>
                  <a:pt x="704850" y="481603"/>
                </a:lnTo>
                <a:cubicBezTo>
                  <a:pt x="704849" y="481655"/>
                  <a:pt x="704806" y="481697"/>
                  <a:pt x="704754" y="481697"/>
                </a:cubicBezTo>
                <a:cubicBezTo>
                  <a:pt x="704729" y="481696"/>
                  <a:pt x="704705" y="481687"/>
                  <a:pt x="704688" y="48167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55" descr="Bar graph with downward trend outline">
            <a:extLst>
              <a:ext uri="{FF2B5EF4-FFF2-40B4-BE49-F238E27FC236}">
                <a16:creationId xmlns:a16="http://schemas.microsoft.com/office/drawing/2014/main" id="{FFA578EA-ACFC-BA16-ACD4-AE23DEB08F3D}"/>
              </a:ext>
            </a:extLst>
          </p:cNvPr>
          <p:cNvGrpSpPr/>
          <p:nvPr/>
        </p:nvGrpSpPr>
        <p:grpSpPr>
          <a:xfrm>
            <a:off x="9267385" y="1270534"/>
            <a:ext cx="504490" cy="511769"/>
            <a:chOff x="6904375" y="1341791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3DB0E71-E86A-E1CB-4DE6-E8DB47AC628B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5F145C1-35F6-2496-60A8-1C5C45524A44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44C5D6E-EF15-44DE-D068-3E99FC415DD4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588112B-7582-11AB-123B-25C4036689A0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5869DF6-05C4-8151-05F2-2ADFF5C96A74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3" name="Graphic 45" descr="Chat bubble outline">
            <a:extLst>
              <a:ext uri="{FF2B5EF4-FFF2-40B4-BE49-F238E27FC236}">
                <a16:creationId xmlns:a16="http://schemas.microsoft.com/office/drawing/2014/main" id="{A8BE3971-EA24-9FC1-CC7F-62D0C6C675D1}"/>
              </a:ext>
            </a:extLst>
          </p:cNvPr>
          <p:cNvGrpSpPr/>
          <p:nvPr/>
        </p:nvGrpSpPr>
        <p:grpSpPr>
          <a:xfrm>
            <a:off x="9357141" y="4193996"/>
            <a:ext cx="616327" cy="426845"/>
            <a:chOff x="6163900" y="610841"/>
            <a:chExt cx="647700" cy="590550"/>
          </a:xfrm>
          <a:solidFill>
            <a:schemeClr val="bg1">
              <a:lumMod val="7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D09C697-9675-0FD5-3622-A0926C4BF1F2}"/>
                </a:ext>
              </a:extLst>
            </p:cNvPr>
            <p:cNvSpPr/>
            <p:nvPr/>
          </p:nvSpPr>
          <p:spPr>
            <a:xfrm>
              <a:off x="6163900" y="610841"/>
              <a:ext cx="647700" cy="590550"/>
            </a:xfrm>
            <a:custGeom>
              <a:avLst/>
              <a:gdLst>
                <a:gd name="connsiteX0" fmla="*/ 609600 w 647700"/>
                <a:gd name="connsiteY0" fmla="*/ 19050 h 590550"/>
                <a:gd name="connsiteX1" fmla="*/ 628650 w 647700"/>
                <a:gd name="connsiteY1" fmla="*/ 38100 h 590550"/>
                <a:gd name="connsiteX2" fmla="*/ 628650 w 647700"/>
                <a:gd name="connsiteY2" fmla="*/ 419100 h 590550"/>
                <a:gd name="connsiteX3" fmla="*/ 609600 w 647700"/>
                <a:gd name="connsiteY3" fmla="*/ 438150 h 590550"/>
                <a:gd name="connsiteX4" fmla="*/ 495300 w 647700"/>
                <a:gd name="connsiteY4" fmla="*/ 438150 h 590550"/>
                <a:gd name="connsiteX5" fmla="*/ 495300 w 647700"/>
                <a:gd name="connsiteY5" fmla="*/ 544563 h 590550"/>
                <a:gd name="connsiteX6" fmla="*/ 399231 w 647700"/>
                <a:gd name="connsiteY6" fmla="*/ 448494 h 590550"/>
                <a:gd name="connsiteX7" fmla="*/ 393649 w 647700"/>
                <a:gd name="connsiteY7" fmla="*/ 442913 h 590550"/>
                <a:gd name="connsiteX8" fmla="*/ 38100 w 647700"/>
                <a:gd name="connsiteY8" fmla="*/ 442913 h 590550"/>
                <a:gd name="connsiteX9" fmla="*/ 19050 w 647700"/>
                <a:gd name="connsiteY9" fmla="*/ 423863 h 590550"/>
                <a:gd name="connsiteX10" fmla="*/ 19050 w 647700"/>
                <a:gd name="connsiteY10" fmla="*/ 38100 h 590550"/>
                <a:gd name="connsiteX11" fmla="*/ 38100 w 647700"/>
                <a:gd name="connsiteY11" fmla="*/ 19050 h 590550"/>
                <a:gd name="connsiteX12" fmla="*/ 609600 w 647700"/>
                <a:gd name="connsiteY12" fmla="*/ 19050 h 590550"/>
                <a:gd name="connsiteX13" fmla="*/ 609600 w 647700"/>
                <a:gd name="connsiteY13" fmla="*/ 0 h 590550"/>
                <a:gd name="connsiteX14" fmla="*/ 38100 w 647700"/>
                <a:gd name="connsiteY14" fmla="*/ 0 h 590550"/>
                <a:gd name="connsiteX15" fmla="*/ 0 w 647700"/>
                <a:gd name="connsiteY15" fmla="*/ 38100 h 590550"/>
                <a:gd name="connsiteX16" fmla="*/ 0 w 647700"/>
                <a:gd name="connsiteY16" fmla="*/ 423863 h 590550"/>
                <a:gd name="connsiteX17" fmla="*/ 38100 w 647700"/>
                <a:gd name="connsiteY17" fmla="*/ 461963 h 590550"/>
                <a:gd name="connsiteX18" fmla="*/ 385763 w 647700"/>
                <a:gd name="connsiteY18" fmla="*/ 461963 h 590550"/>
                <a:gd name="connsiteX19" fmla="*/ 514350 w 647700"/>
                <a:gd name="connsiteY19" fmla="*/ 590550 h 590550"/>
                <a:gd name="connsiteX20" fmla="*/ 514350 w 647700"/>
                <a:gd name="connsiteY20" fmla="*/ 457200 h 590550"/>
                <a:gd name="connsiteX21" fmla="*/ 609600 w 647700"/>
                <a:gd name="connsiteY21" fmla="*/ 457200 h 590550"/>
                <a:gd name="connsiteX22" fmla="*/ 647700 w 647700"/>
                <a:gd name="connsiteY22" fmla="*/ 419100 h 590550"/>
                <a:gd name="connsiteX23" fmla="*/ 647700 w 647700"/>
                <a:gd name="connsiteY23" fmla="*/ 38100 h 590550"/>
                <a:gd name="connsiteX24" fmla="*/ 609600 w 647700"/>
                <a:gd name="connsiteY2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7700" h="590550">
                  <a:moveTo>
                    <a:pt x="609600" y="19050"/>
                  </a:moveTo>
                  <a:cubicBezTo>
                    <a:pt x="620121" y="19050"/>
                    <a:pt x="628650" y="27579"/>
                    <a:pt x="628650" y="38100"/>
                  </a:cubicBezTo>
                  <a:lnTo>
                    <a:pt x="628650" y="419100"/>
                  </a:lnTo>
                  <a:cubicBezTo>
                    <a:pt x="628650" y="429621"/>
                    <a:pt x="620121" y="438150"/>
                    <a:pt x="609600" y="438150"/>
                  </a:cubicBezTo>
                  <a:lnTo>
                    <a:pt x="495300" y="438150"/>
                  </a:lnTo>
                  <a:lnTo>
                    <a:pt x="495300" y="544563"/>
                  </a:lnTo>
                  <a:lnTo>
                    <a:pt x="399231" y="448494"/>
                  </a:lnTo>
                  <a:lnTo>
                    <a:pt x="393649" y="442913"/>
                  </a:lnTo>
                  <a:lnTo>
                    <a:pt x="38100" y="442913"/>
                  </a:lnTo>
                  <a:cubicBezTo>
                    <a:pt x="27579" y="442913"/>
                    <a:pt x="19050" y="434384"/>
                    <a:pt x="19050" y="423863"/>
                  </a:cubicBezTo>
                  <a:lnTo>
                    <a:pt x="19050" y="38100"/>
                  </a:lnTo>
                  <a:cubicBezTo>
                    <a:pt x="19050" y="27579"/>
                    <a:pt x="27579" y="19050"/>
                    <a:pt x="38100" y="19050"/>
                  </a:cubicBezTo>
                  <a:lnTo>
                    <a:pt x="609600" y="19050"/>
                  </a:lnTo>
                  <a:moveTo>
                    <a:pt x="609600" y="0"/>
                  </a:moveTo>
                  <a:lnTo>
                    <a:pt x="38100" y="0"/>
                  </a:lnTo>
                  <a:cubicBezTo>
                    <a:pt x="17058" y="0"/>
                    <a:pt x="0" y="17058"/>
                    <a:pt x="0" y="38100"/>
                  </a:cubicBezTo>
                  <a:lnTo>
                    <a:pt x="0" y="423863"/>
                  </a:lnTo>
                  <a:cubicBezTo>
                    <a:pt x="0" y="444904"/>
                    <a:pt x="17058" y="461963"/>
                    <a:pt x="38100" y="461963"/>
                  </a:cubicBezTo>
                  <a:lnTo>
                    <a:pt x="385763" y="461963"/>
                  </a:lnTo>
                  <a:lnTo>
                    <a:pt x="514350" y="590550"/>
                  </a:lnTo>
                  <a:lnTo>
                    <a:pt x="514350" y="457200"/>
                  </a:lnTo>
                  <a:lnTo>
                    <a:pt x="609600" y="457200"/>
                  </a:lnTo>
                  <a:cubicBezTo>
                    <a:pt x="630642" y="457200"/>
                    <a:pt x="647700" y="440142"/>
                    <a:pt x="647700" y="419100"/>
                  </a:cubicBezTo>
                  <a:lnTo>
                    <a:pt x="647700" y="38100"/>
                  </a:lnTo>
                  <a:cubicBezTo>
                    <a:pt x="647700" y="17058"/>
                    <a:pt x="630642" y="0"/>
                    <a:pt x="60960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46442E3-67F1-8F8F-60BF-13A5CB080558}"/>
                </a:ext>
              </a:extLst>
            </p:cNvPr>
            <p:cNvSpPr/>
            <p:nvPr/>
          </p:nvSpPr>
          <p:spPr>
            <a:xfrm>
              <a:off x="66115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2455C69-5421-0B74-CD21-95C636EE2388}"/>
                </a:ext>
              </a:extLst>
            </p:cNvPr>
            <p:cNvSpPr/>
            <p:nvPr/>
          </p:nvSpPr>
          <p:spPr>
            <a:xfrm>
              <a:off x="64591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902CAFB-69E7-B82C-44CE-C8ABF5B964E2}"/>
                </a:ext>
              </a:extLst>
            </p:cNvPr>
            <p:cNvSpPr/>
            <p:nvPr/>
          </p:nvSpPr>
          <p:spPr>
            <a:xfrm>
              <a:off x="63067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aphic 53" descr="Alarm clock outline">
            <a:extLst>
              <a:ext uri="{FF2B5EF4-FFF2-40B4-BE49-F238E27FC236}">
                <a16:creationId xmlns:a16="http://schemas.microsoft.com/office/drawing/2014/main" id="{83DD4342-63E4-D6B4-68B6-BE40D368ED54}"/>
              </a:ext>
            </a:extLst>
          </p:cNvPr>
          <p:cNvGrpSpPr/>
          <p:nvPr/>
        </p:nvGrpSpPr>
        <p:grpSpPr>
          <a:xfrm>
            <a:off x="10210409" y="5041480"/>
            <a:ext cx="557815" cy="538628"/>
            <a:chOff x="6768549" y="1187275"/>
            <a:chExt cx="638162" cy="638436"/>
          </a:xfrm>
          <a:solidFill>
            <a:schemeClr val="bg1">
              <a:lumMod val="75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9DB81C5-3913-595C-C01E-B57DE800FE88}"/>
                </a:ext>
              </a:extLst>
            </p:cNvPr>
            <p:cNvSpPr/>
            <p:nvPr/>
          </p:nvSpPr>
          <p:spPr>
            <a:xfrm>
              <a:off x="6925710" y="1377776"/>
              <a:ext cx="171173" cy="171450"/>
            </a:xfrm>
            <a:custGeom>
              <a:avLst/>
              <a:gdLst>
                <a:gd name="connsiteX0" fmla="*/ 161649 w 171173"/>
                <a:gd name="connsiteY0" fmla="*/ 0 h 171450"/>
                <a:gd name="connsiteX1" fmla="*/ 152124 w 171173"/>
                <a:gd name="connsiteY1" fmla="*/ 9525 h 171450"/>
                <a:gd name="connsiteX2" fmla="*/ 152124 w 171173"/>
                <a:gd name="connsiteY2" fmla="*/ 152400 h 171450"/>
                <a:gd name="connsiteX3" fmla="*/ 9525 w 171173"/>
                <a:gd name="connsiteY3" fmla="*/ 152400 h 171450"/>
                <a:gd name="connsiteX4" fmla="*/ 0 w 171173"/>
                <a:gd name="connsiteY4" fmla="*/ 161925 h 171450"/>
                <a:gd name="connsiteX5" fmla="*/ 9525 w 171173"/>
                <a:gd name="connsiteY5" fmla="*/ 171450 h 171450"/>
                <a:gd name="connsiteX6" fmla="*/ 161649 w 171173"/>
                <a:gd name="connsiteY6" fmla="*/ 171450 h 171450"/>
                <a:gd name="connsiteX7" fmla="*/ 171174 w 171173"/>
                <a:gd name="connsiteY7" fmla="*/ 161925 h 171450"/>
                <a:gd name="connsiteX8" fmla="*/ 171174 w 171173"/>
                <a:gd name="connsiteY8" fmla="*/ 9525 h 171450"/>
                <a:gd name="connsiteX9" fmla="*/ 161649 w 171173"/>
                <a:gd name="connsiteY9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73" h="171450">
                  <a:moveTo>
                    <a:pt x="161649" y="0"/>
                  </a:moveTo>
                  <a:cubicBezTo>
                    <a:pt x="156388" y="0"/>
                    <a:pt x="152124" y="4264"/>
                    <a:pt x="152124" y="9525"/>
                  </a:cubicBezTo>
                  <a:lnTo>
                    <a:pt x="152124" y="152400"/>
                  </a:lnTo>
                  <a:lnTo>
                    <a:pt x="9525" y="152400"/>
                  </a:lnTo>
                  <a:cubicBezTo>
                    <a:pt x="4264" y="152400"/>
                    <a:pt x="0" y="156664"/>
                    <a:pt x="0" y="161925"/>
                  </a:cubicBezTo>
                  <a:cubicBezTo>
                    <a:pt x="0" y="167186"/>
                    <a:pt x="4264" y="171450"/>
                    <a:pt x="9525" y="171450"/>
                  </a:cubicBezTo>
                  <a:lnTo>
                    <a:pt x="161649" y="171450"/>
                  </a:lnTo>
                  <a:cubicBezTo>
                    <a:pt x="166909" y="171450"/>
                    <a:pt x="171174" y="167186"/>
                    <a:pt x="171174" y="161925"/>
                  </a:cubicBezTo>
                  <a:lnTo>
                    <a:pt x="171174" y="9525"/>
                  </a:lnTo>
                  <a:cubicBezTo>
                    <a:pt x="171174" y="4264"/>
                    <a:pt x="166909" y="0"/>
                    <a:pt x="16164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4551CB7-627D-A1F9-DACD-03EEDAEAB0FC}"/>
                </a:ext>
              </a:extLst>
            </p:cNvPr>
            <p:cNvSpPr/>
            <p:nvPr/>
          </p:nvSpPr>
          <p:spPr>
            <a:xfrm>
              <a:off x="6768549" y="1187275"/>
              <a:ext cx="194423" cy="194434"/>
            </a:xfrm>
            <a:custGeom>
              <a:avLst/>
              <a:gdLst>
                <a:gd name="connsiteX0" fmla="*/ 144893 w 194423"/>
                <a:gd name="connsiteY0" fmla="*/ 11555 h 194434"/>
                <a:gd name="connsiteX1" fmla="*/ 91642 w 194423"/>
                <a:gd name="connsiteY1" fmla="*/ 10517 h 194434"/>
                <a:gd name="connsiteX2" fmla="*/ 91553 w 194423"/>
                <a:gd name="connsiteY2" fmla="*/ 10602 h 194434"/>
                <a:gd name="connsiteX3" fmla="*/ 90601 w 194423"/>
                <a:gd name="connsiteY3" fmla="*/ 11555 h 194434"/>
                <a:gd name="connsiteX4" fmla="*/ 11543 w 194423"/>
                <a:gd name="connsiteY4" fmla="*/ 90612 h 194434"/>
                <a:gd name="connsiteX5" fmla="*/ 10545 w 194423"/>
                <a:gd name="connsiteY5" fmla="*/ 143906 h 194434"/>
                <a:gd name="connsiteX6" fmla="*/ 10591 w 194423"/>
                <a:gd name="connsiteY6" fmla="*/ 143952 h 194434"/>
                <a:gd name="connsiteX7" fmla="*/ 11543 w 194423"/>
                <a:gd name="connsiteY7" fmla="*/ 144905 h 194434"/>
                <a:gd name="connsiteX8" fmla="*/ 61073 w 194423"/>
                <a:gd name="connsiteY8" fmla="*/ 194435 h 194434"/>
                <a:gd name="connsiteX9" fmla="*/ 194423 w 194423"/>
                <a:gd name="connsiteY9" fmla="*/ 61085 h 194434"/>
                <a:gd name="connsiteX10" fmla="*/ 25021 w 194423"/>
                <a:gd name="connsiteY10" fmla="*/ 131474 h 194434"/>
                <a:gd name="connsiteX11" fmla="*/ 24069 w 194423"/>
                <a:gd name="connsiteY11" fmla="*/ 130522 h 194434"/>
                <a:gd name="connsiteX12" fmla="*/ 24583 w 194423"/>
                <a:gd name="connsiteY12" fmla="*/ 104528 h 194434"/>
                <a:gd name="connsiteX13" fmla="*/ 25021 w 194423"/>
                <a:gd name="connsiteY13" fmla="*/ 104100 h 194434"/>
                <a:gd name="connsiteX14" fmla="*/ 104079 w 194423"/>
                <a:gd name="connsiteY14" fmla="*/ 25042 h 194434"/>
                <a:gd name="connsiteX15" fmla="*/ 105031 w 194423"/>
                <a:gd name="connsiteY15" fmla="*/ 24090 h 194434"/>
                <a:gd name="connsiteX16" fmla="*/ 130996 w 194423"/>
                <a:gd name="connsiteY16" fmla="*/ 24604 h 194434"/>
                <a:gd name="connsiteX17" fmla="*/ 131425 w 194423"/>
                <a:gd name="connsiteY17" fmla="*/ 25042 h 194434"/>
                <a:gd name="connsiteX18" fmla="*/ 167496 w 194423"/>
                <a:gd name="connsiteY18" fmla="*/ 61113 h 194434"/>
                <a:gd name="connsiteX19" fmla="*/ 61073 w 194423"/>
                <a:gd name="connsiteY19" fmla="*/ 167546 h 19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23" h="194434">
                  <a:moveTo>
                    <a:pt x="144893" y="11555"/>
                  </a:moveTo>
                  <a:cubicBezTo>
                    <a:pt x="130474" y="-3437"/>
                    <a:pt x="106633" y="-3902"/>
                    <a:pt x="91642" y="10517"/>
                  </a:cubicBezTo>
                  <a:cubicBezTo>
                    <a:pt x="91612" y="10545"/>
                    <a:pt x="91583" y="10574"/>
                    <a:pt x="91553" y="10602"/>
                  </a:cubicBezTo>
                  <a:lnTo>
                    <a:pt x="90601" y="11555"/>
                  </a:lnTo>
                  <a:lnTo>
                    <a:pt x="11543" y="90612"/>
                  </a:lnTo>
                  <a:cubicBezTo>
                    <a:pt x="-3449" y="105053"/>
                    <a:pt x="-3896" y="128913"/>
                    <a:pt x="10545" y="143906"/>
                  </a:cubicBezTo>
                  <a:cubicBezTo>
                    <a:pt x="10560" y="143921"/>
                    <a:pt x="10575" y="143937"/>
                    <a:pt x="10591" y="143952"/>
                  </a:cubicBezTo>
                  <a:lnTo>
                    <a:pt x="11543" y="144905"/>
                  </a:lnTo>
                  <a:lnTo>
                    <a:pt x="61073" y="194435"/>
                  </a:lnTo>
                  <a:lnTo>
                    <a:pt x="194423" y="61085"/>
                  </a:lnTo>
                  <a:close/>
                  <a:moveTo>
                    <a:pt x="25021" y="131474"/>
                  </a:moveTo>
                  <a:lnTo>
                    <a:pt x="24069" y="130522"/>
                  </a:lnTo>
                  <a:cubicBezTo>
                    <a:pt x="17177" y="123146"/>
                    <a:pt x="17405" y="111626"/>
                    <a:pt x="24583" y="104528"/>
                  </a:cubicBezTo>
                  <a:cubicBezTo>
                    <a:pt x="24735" y="104385"/>
                    <a:pt x="24878" y="104252"/>
                    <a:pt x="25021" y="104100"/>
                  </a:cubicBezTo>
                  <a:lnTo>
                    <a:pt x="104079" y="25042"/>
                  </a:lnTo>
                  <a:lnTo>
                    <a:pt x="105031" y="24090"/>
                  </a:lnTo>
                  <a:cubicBezTo>
                    <a:pt x="112398" y="17202"/>
                    <a:pt x="123909" y="17430"/>
                    <a:pt x="130996" y="24604"/>
                  </a:cubicBezTo>
                  <a:lnTo>
                    <a:pt x="131425" y="25042"/>
                  </a:lnTo>
                  <a:lnTo>
                    <a:pt x="167496" y="61113"/>
                  </a:lnTo>
                  <a:lnTo>
                    <a:pt x="61073" y="167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CF4B6DD-A910-E0F5-3272-AA34D436180C}"/>
                </a:ext>
              </a:extLst>
            </p:cNvPr>
            <p:cNvSpPr/>
            <p:nvPr/>
          </p:nvSpPr>
          <p:spPr>
            <a:xfrm>
              <a:off x="7212289" y="1187298"/>
              <a:ext cx="194422" cy="194431"/>
            </a:xfrm>
            <a:custGeom>
              <a:avLst/>
              <a:gdLst>
                <a:gd name="connsiteX0" fmla="*/ 182880 w 194422"/>
                <a:gd name="connsiteY0" fmla="*/ 90609 h 194431"/>
                <a:gd name="connsiteX1" fmla="*/ 103822 w 194422"/>
                <a:gd name="connsiteY1" fmla="*/ 11551 h 194431"/>
                <a:gd name="connsiteX2" fmla="*/ 102870 w 194422"/>
                <a:gd name="connsiteY2" fmla="*/ 10599 h 194431"/>
                <a:gd name="connsiteX3" fmla="*/ 49601 w 194422"/>
                <a:gd name="connsiteY3" fmla="*/ 11477 h 194431"/>
                <a:gd name="connsiteX4" fmla="*/ 49530 w 194422"/>
                <a:gd name="connsiteY4" fmla="*/ 11551 h 194431"/>
                <a:gd name="connsiteX5" fmla="*/ 0 w 194422"/>
                <a:gd name="connsiteY5" fmla="*/ 61081 h 194431"/>
                <a:gd name="connsiteX6" fmla="*/ 133350 w 194422"/>
                <a:gd name="connsiteY6" fmla="*/ 194431 h 194431"/>
                <a:gd name="connsiteX7" fmla="*/ 182880 w 194422"/>
                <a:gd name="connsiteY7" fmla="*/ 144901 h 194431"/>
                <a:gd name="connsiteX8" fmla="*/ 183833 w 194422"/>
                <a:gd name="connsiteY8" fmla="*/ 143949 h 194431"/>
                <a:gd name="connsiteX9" fmla="*/ 182927 w 194422"/>
                <a:gd name="connsiteY9" fmla="*/ 90654 h 194431"/>
                <a:gd name="connsiteX10" fmla="*/ 182880 w 194422"/>
                <a:gd name="connsiteY10" fmla="*/ 90609 h 194431"/>
                <a:gd name="connsiteX11" fmla="*/ 170364 w 194422"/>
                <a:gd name="connsiteY11" fmla="*/ 130499 h 194431"/>
                <a:gd name="connsiteX12" fmla="*/ 169412 w 194422"/>
                <a:gd name="connsiteY12" fmla="*/ 131452 h 194431"/>
                <a:gd name="connsiteX13" fmla="*/ 133350 w 194422"/>
                <a:gd name="connsiteY13" fmla="*/ 167523 h 194431"/>
                <a:gd name="connsiteX14" fmla="*/ 26908 w 194422"/>
                <a:gd name="connsiteY14" fmla="*/ 61071 h 194431"/>
                <a:gd name="connsiteX15" fmla="*/ 62979 w 194422"/>
                <a:gd name="connsiteY15" fmla="*/ 25000 h 194431"/>
                <a:gd name="connsiteX16" fmla="*/ 63408 w 194422"/>
                <a:gd name="connsiteY16" fmla="*/ 24562 h 194431"/>
                <a:gd name="connsiteX17" fmla="*/ 89373 w 194422"/>
                <a:gd name="connsiteY17" fmla="*/ 24048 h 194431"/>
                <a:gd name="connsiteX18" fmla="*/ 90326 w 194422"/>
                <a:gd name="connsiteY18" fmla="*/ 25000 h 194431"/>
                <a:gd name="connsiteX19" fmla="*/ 169383 w 194422"/>
                <a:gd name="connsiteY19" fmla="*/ 104058 h 194431"/>
                <a:gd name="connsiteX20" fmla="*/ 169821 w 194422"/>
                <a:gd name="connsiteY20" fmla="*/ 104486 h 194431"/>
                <a:gd name="connsiteX21" fmla="*/ 170336 w 194422"/>
                <a:gd name="connsiteY21" fmla="*/ 130480 h 19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4422" h="194431">
                  <a:moveTo>
                    <a:pt x="182880" y="90609"/>
                  </a:moveTo>
                  <a:lnTo>
                    <a:pt x="103822" y="11551"/>
                  </a:lnTo>
                  <a:lnTo>
                    <a:pt x="102870" y="10599"/>
                  </a:lnTo>
                  <a:cubicBezTo>
                    <a:pt x="87918" y="-3869"/>
                    <a:pt x="64069" y="-3476"/>
                    <a:pt x="49601" y="11477"/>
                  </a:cubicBezTo>
                  <a:cubicBezTo>
                    <a:pt x="49578" y="11501"/>
                    <a:pt x="49554" y="11526"/>
                    <a:pt x="49530" y="11551"/>
                  </a:cubicBezTo>
                  <a:lnTo>
                    <a:pt x="0" y="61081"/>
                  </a:lnTo>
                  <a:lnTo>
                    <a:pt x="133350" y="194431"/>
                  </a:lnTo>
                  <a:lnTo>
                    <a:pt x="182880" y="144901"/>
                  </a:lnTo>
                  <a:lnTo>
                    <a:pt x="183833" y="143949"/>
                  </a:lnTo>
                  <a:cubicBezTo>
                    <a:pt x="198299" y="128982"/>
                    <a:pt x="197894" y="105121"/>
                    <a:pt x="182927" y="90654"/>
                  </a:cubicBezTo>
                  <a:cubicBezTo>
                    <a:pt x="182911" y="90639"/>
                    <a:pt x="182895" y="90624"/>
                    <a:pt x="182880" y="90609"/>
                  </a:cubicBezTo>
                  <a:close/>
                  <a:moveTo>
                    <a:pt x="170364" y="130499"/>
                  </a:moveTo>
                  <a:lnTo>
                    <a:pt x="169412" y="131452"/>
                  </a:lnTo>
                  <a:lnTo>
                    <a:pt x="133350" y="167523"/>
                  </a:lnTo>
                  <a:lnTo>
                    <a:pt x="26908" y="61071"/>
                  </a:lnTo>
                  <a:lnTo>
                    <a:pt x="62979" y="25000"/>
                  </a:lnTo>
                  <a:lnTo>
                    <a:pt x="63408" y="24562"/>
                  </a:lnTo>
                  <a:cubicBezTo>
                    <a:pt x="70495" y="17388"/>
                    <a:pt x="82006" y="17160"/>
                    <a:pt x="89373" y="24048"/>
                  </a:cubicBezTo>
                  <a:lnTo>
                    <a:pt x="90326" y="25000"/>
                  </a:lnTo>
                  <a:lnTo>
                    <a:pt x="169383" y="104058"/>
                  </a:lnTo>
                  <a:cubicBezTo>
                    <a:pt x="169526" y="104210"/>
                    <a:pt x="169669" y="104344"/>
                    <a:pt x="169821" y="104486"/>
                  </a:cubicBezTo>
                  <a:cubicBezTo>
                    <a:pt x="176999" y="111584"/>
                    <a:pt x="177227" y="123104"/>
                    <a:pt x="170336" y="1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E453322-728F-5350-38CB-CB15BF722D45}"/>
                </a:ext>
              </a:extLst>
            </p:cNvPr>
            <p:cNvSpPr/>
            <p:nvPr/>
          </p:nvSpPr>
          <p:spPr>
            <a:xfrm>
              <a:off x="6839964" y="1215851"/>
              <a:ext cx="495321" cy="609860"/>
            </a:xfrm>
            <a:custGeom>
              <a:avLst/>
              <a:gdLst>
                <a:gd name="connsiteX0" fmla="*/ 257196 w 495321"/>
                <a:gd name="connsiteY0" fmla="*/ 76438 h 609860"/>
                <a:gd name="connsiteX1" fmla="*/ 257196 w 495321"/>
                <a:gd name="connsiteY1" fmla="*/ 19050 h 609860"/>
                <a:gd name="connsiteX2" fmla="*/ 304821 w 495321"/>
                <a:gd name="connsiteY2" fmla="*/ 19050 h 609860"/>
                <a:gd name="connsiteX3" fmla="*/ 314346 w 495321"/>
                <a:gd name="connsiteY3" fmla="*/ 9525 h 609860"/>
                <a:gd name="connsiteX4" fmla="*/ 304821 w 495321"/>
                <a:gd name="connsiteY4" fmla="*/ 0 h 609860"/>
                <a:gd name="connsiteX5" fmla="*/ 190521 w 495321"/>
                <a:gd name="connsiteY5" fmla="*/ 0 h 609860"/>
                <a:gd name="connsiteX6" fmla="*/ 180996 w 495321"/>
                <a:gd name="connsiteY6" fmla="*/ 9525 h 609860"/>
                <a:gd name="connsiteX7" fmla="*/ 190521 w 495321"/>
                <a:gd name="connsiteY7" fmla="*/ 19050 h 609860"/>
                <a:gd name="connsiteX8" fmla="*/ 238146 w 495321"/>
                <a:gd name="connsiteY8" fmla="*/ 19050 h 609860"/>
                <a:gd name="connsiteX9" fmla="*/ 238146 w 495321"/>
                <a:gd name="connsiteY9" fmla="*/ 76438 h 609860"/>
                <a:gd name="connsiteX10" fmla="*/ 182 w 495321"/>
                <a:gd name="connsiteY10" fmla="*/ 333207 h 609860"/>
                <a:gd name="connsiteX11" fmla="*/ 66810 w 495321"/>
                <a:gd name="connsiteY11" fmla="*/ 492957 h 609860"/>
                <a:gd name="connsiteX12" fmla="*/ 19928 w 495321"/>
                <a:gd name="connsiteY12" fmla="*/ 596132 h 609860"/>
                <a:gd name="connsiteX13" fmla="*/ 24276 w 495321"/>
                <a:gd name="connsiteY13" fmla="*/ 608881 h 609860"/>
                <a:gd name="connsiteX14" fmla="*/ 37025 w 495321"/>
                <a:gd name="connsiteY14" fmla="*/ 604535 h 609860"/>
                <a:gd name="connsiteX15" fmla="*/ 37264 w 495321"/>
                <a:gd name="connsiteY15" fmla="*/ 604009 h 609860"/>
                <a:gd name="connsiteX16" fmla="*/ 81250 w 495321"/>
                <a:gd name="connsiteY16" fmla="*/ 507244 h 609860"/>
                <a:gd name="connsiteX17" fmla="*/ 414092 w 495321"/>
                <a:gd name="connsiteY17" fmla="*/ 507244 h 609860"/>
                <a:gd name="connsiteX18" fmla="*/ 458078 w 495321"/>
                <a:gd name="connsiteY18" fmla="*/ 604009 h 609860"/>
                <a:gd name="connsiteX19" fmla="*/ 470542 w 495321"/>
                <a:gd name="connsiteY19" fmla="*/ 609120 h 609860"/>
                <a:gd name="connsiteX20" fmla="*/ 475653 w 495321"/>
                <a:gd name="connsiteY20" fmla="*/ 596657 h 609860"/>
                <a:gd name="connsiteX21" fmla="*/ 475414 w 495321"/>
                <a:gd name="connsiteY21" fmla="*/ 596132 h 609860"/>
                <a:gd name="connsiteX22" fmla="*/ 428513 w 495321"/>
                <a:gd name="connsiteY22" fmla="*/ 492957 h 609860"/>
                <a:gd name="connsiteX23" fmla="*/ 416928 w 495321"/>
                <a:gd name="connsiteY23" fmla="*/ 143066 h 609860"/>
                <a:gd name="connsiteX24" fmla="*/ 257196 w 495321"/>
                <a:gd name="connsiteY24" fmla="*/ 76438 h 609860"/>
                <a:gd name="connsiteX25" fmla="*/ 247671 w 495321"/>
                <a:gd name="connsiteY25" fmla="*/ 552450 h 609860"/>
                <a:gd name="connsiteX26" fmla="*/ 19071 w 495321"/>
                <a:gd name="connsiteY26" fmla="*/ 323850 h 609860"/>
                <a:gd name="connsiteX27" fmla="*/ 247671 w 495321"/>
                <a:gd name="connsiteY27" fmla="*/ 95250 h 609860"/>
                <a:gd name="connsiteX28" fmla="*/ 476271 w 495321"/>
                <a:gd name="connsiteY28" fmla="*/ 323850 h 609860"/>
                <a:gd name="connsiteX29" fmla="*/ 247671 w 495321"/>
                <a:gd name="connsiteY29" fmla="*/ 552450 h 60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95321" h="609860">
                  <a:moveTo>
                    <a:pt x="257196" y="76438"/>
                  </a:moveTo>
                  <a:lnTo>
                    <a:pt x="257196" y="19050"/>
                  </a:lnTo>
                  <a:lnTo>
                    <a:pt x="304821" y="19050"/>
                  </a:lnTo>
                  <a:cubicBezTo>
                    <a:pt x="310082" y="19050"/>
                    <a:pt x="314346" y="14786"/>
                    <a:pt x="314346" y="9525"/>
                  </a:cubicBezTo>
                  <a:cubicBezTo>
                    <a:pt x="314346" y="4264"/>
                    <a:pt x="310082" y="0"/>
                    <a:pt x="304821" y="0"/>
                  </a:cubicBezTo>
                  <a:lnTo>
                    <a:pt x="190521" y="0"/>
                  </a:lnTo>
                  <a:cubicBezTo>
                    <a:pt x="185260" y="0"/>
                    <a:pt x="180996" y="4264"/>
                    <a:pt x="180996" y="9525"/>
                  </a:cubicBezTo>
                  <a:cubicBezTo>
                    <a:pt x="180996" y="14786"/>
                    <a:pt x="185260" y="19050"/>
                    <a:pt x="190521" y="19050"/>
                  </a:cubicBezTo>
                  <a:lnTo>
                    <a:pt x="238146" y="19050"/>
                  </a:lnTo>
                  <a:lnTo>
                    <a:pt x="238146" y="76438"/>
                  </a:lnTo>
                  <a:cubicBezTo>
                    <a:pt x="101529" y="81631"/>
                    <a:pt x="-5011" y="196590"/>
                    <a:pt x="182" y="333207"/>
                  </a:cubicBezTo>
                  <a:cubicBezTo>
                    <a:pt x="2444" y="392740"/>
                    <a:pt x="26101" y="449459"/>
                    <a:pt x="66810" y="492957"/>
                  </a:cubicBezTo>
                  <a:lnTo>
                    <a:pt x="19928" y="596132"/>
                  </a:lnTo>
                  <a:cubicBezTo>
                    <a:pt x="17608" y="600853"/>
                    <a:pt x="19554" y="606561"/>
                    <a:pt x="24276" y="608881"/>
                  </a:cubicBezTo>
                  <a:cubicBezTo>
                    <a:pt x="28996" y="611201"/>
                    <a:pt x="34704" y="609255"/>
                    <a:pt x="37025" y="604535"/>
                  </a:cubicBezTo>
                  <a:cubicBezTo>
                    <a:pt x="37110" y="604361"/>
                    <a:pt x="37190" y="604186"/>
                    <a:pt x="37264" y="604009"/>
                  </a:cubicBezTo>
                  <a:lnTo>
                    <a:pt x="81250" y="507244"/>
                  </a:lnTo>
                  <a:cubicBezTo>
                    <a:pt x="175659" y="592914"/>
                    <a:pt x="319683" y="592914"/>
                    <a:pt x="414092" y="507244"/>
                  </a:cubicBezTo>
                  <a:lnTo>
                    <a:pt x="458078" y="604009"/>
                  </a:lnTo>
                  <a:cubicBezTo>
                    <a:pt x="460108" y="608862"/>
                    <a:pt x="465689" y="611151"/>
                    <a:pt x="470542" y="609120"/>
                  </a:cubicBezTo>
                  <a:cubicBezTo>
                    <a:pt x="475395" y="607090"/>
                    <a:pt x="477683" y="601510"/>
                    <a:pt x="475653" y="596657"/>
                  </a:cubicBezTo>
                  <a:cubicBezTo>
                    <a:pt x="475579" y="596479"/>
                    <a:pt x="475499" y="596304"/>
                    <a:pt x="475414" y="596132"/>
                  </a:cubicBezTo>
                  <a:lnTo>
                    <a:pt x="428513" y="492957"/>
                  </a:lnTo>
                  <a:cubicBezTo>
                    <a:pt x="521933" y="393139"/>
                    <a:pt x="516747" y="236488"/>
                    <a:pt x="416928" y="143066"/>
                  </a:cubicBezTo>
                  <a:cubicBezTo>
                    <a:pt x="373435" y="102361"/>
                    <a:pt x="316723" y="78705"/>
                    <a:pt x="257196" y="76438"/>
                  </a:cubicBezTo>
                  <a:close/>
                  <a:moveTo>
                    <a:pt x="247671" y="552450"/>
                  </a:moveTo>
                  <a:cubicBezTo>
                    <a:pt x="121419" y="552450"/>
                    <a:pt x="19071" y="450102"/>
                    <a:pt x="19071" y="323850"/>
                  </a:cubicBezTo>
                  <a:cubicBezTo>
                    <a:pt x="19071" y="197598"/>
                    <a:pt x="121419" y="95250"/>
                    <a:pt x="247671" y="95250"/>
                  </a:cubicBezTo>
                  <a:cubicBezTo>
                    <a:pt x="373923" y="95250"/>
                    <a:pt x="476271" y="197598"/>
                    <a:pt x="476271" y="323850"/>
                  </a:cubicBezTo>
                  <a:cubicBezTo>
                    <a:pt x="476129" y="450044"/>
                    <a:pt x="373865" y="552308"/>
                    <a:pt x="247671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5" name="Graphic 57" descr="Daily calendar outline">
            <a:extLst>
              <a:ext uri="{FF2B5EF4-FFF2-40B4-BE49-F238E27FC236}">
                <a16:creationId xmlns:a16="http://schemas.microsoft.com/office/drawing/2014/main" id="{E9BDF28B-2341-50FD-BB4C-6D179FFA7FD7}"/>
              </a:ext>
            </a:extLst>
          </p:cNvPr>
          <p:cNvGrpSpPr/>
          <p:nvPr/>
        </p:nvGrpSpPr>
        <p:grpSpPr>
          <a:xfrm>
            <a:off x="10968596" y="4006877"/>
            <a:ext cx="541706" cy="426845"/>
            <a:chOff x="7063900" y="1482266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F7C4386-EB17-4D73-D2F8-EEF8FCDB8EB2}"/>
                </a:ext>
              </a:extLst>
            </p:cNvPr>
            <p:cNvSpPr/>
            <p:nvPr/>
          </p:nvSpPr>
          <p:spPr>
            <a:xfrm>
              <a:off x="7063900" y="1482266"/>
              <a:ext cx="647700" cy="647700"/>
            </a:xfrm>
            <a:custGeom>
              <a:avLst/>
              <a:gdLst>
                <a:gd name="connsiteX0" fmla="*/ 514350 w 647700"/>
                <a:gd name="connsiteY0" fmla="*/ 57150 h 647700"/>
                <a:gd name="connsiteX1" fmla="*/ 514350 w 647700"/>
                <a:gd name="connsiteY1" fmla="*/ 9525 h 647700"/>
                <a:gd name="connsiteX2" fmla="*/ 504825 w 647700"/>
                <a:gd name="connsiteY2" fmla="*/ 0 h 647700"/>
                <a:gd name="connsiteX3" fmla="*/ 495300 w 647700"/>
                <a:gd name="connsiteY3" fmla="*/ 9525 h 647700"/>
                <a:gd name="connsiteX4" fmla="*/ 495300 w 647700"/>
                <a:gd name="connsiteY4" fmla="*/ 57150 h 647700"/>
                <a:gd name="connsiteX5" fmla="*/ 152400 w 647700"/>
                <a:gd name="connsiteY5" fmla="*/ 57150 h 647700"/>
                <a:gd name="connsiteX6" fmla="*/ 152400 w 647700"/>
                <a:gd name="connsiteY6" fmla="*/ 9525 h 647700"/>
                <a:gd name="connsiteX7" fmla="*/ 142875 w 647700"/>
                <a:gd name="connsiteY7" fmla="*/ 0 h 647700"/>
                <a:gd name="connsiteX8" fmla="*/ 133350 w 647700"/>
                <a:gd name="connsiteY8" fmla="*/ 9525 h 647700"/>
                <a:gd name="connsiteX9" fmla="*/ 133350 w 647700"/>
                <a:gd name="connsiteY9" fmla="*/ 57150 h 647700"/>
                <a:gd name="connsiteX10" fmla="*/ 0 w 647700"/>
                <a:gd name="connsiteY10" fmla="*/ 57150 h 647700"/>
                <a:gd name="connsiteX11" fmla="*/ 0 w 647700"/>
                <a:gd name="connsiteY11" fmla="*/ 647700 h 647700"/>
                <a:gd name="connsiteX12" fmla="*/ 647700 w 647700"/>
                <a:gd name="connsiteY12" fmla="*/ 647700 h 647700"/>
                <a:gd name="connsiteX13" fmla="*/ 647700 w 647700"/>
                <a:gd name="connsiteY13" fmla="*/ 57150 h 647700"/>
                <a:gd name="connsiteX14" fmla="*/ 628650 w 647700"/>
                <a:gd name="connsiteY14" fmla="*/ 628650 h 647700"/>
                <a:gd name="connsiteX15" fmla="*/ 19050 w 647700"/>
                <a:gd name="connsiteY15" fmla="*/ 628650 h 647700"/>
                <a:gd name="connsiteX16" fmla="*/ 19050 w 647700"/>
                <a:gd name="connsiteY16" fmla="*/ 209550 h 647700"/>
                <a:gd name="connsiteX17" fmla="*/ 628650 w 647700"/>
                <a:gd name="connsiteY17" fmla="*/ 209550 h 647700"/>
                <a:gd name="connsiteX18" fmla="*/ 19050 w 647700"/>
                <a:gd name="connsiteY18" fmla="*/ 190500 h 647700"/>
                <a:gd name="connsiteX19" fmla="*/ 19050 w 647700"/>
                <a:gd name="connsiteY19" fmla="*/ 76200 h 647700"/>
                <a:gd name="connsiteX20" fmla="*/ 133350 w 647700"/>
                <a:gd name="connsiteY20" fmla="*/ 76200 h 647700"/>
                <a:gd name="connsiteX21" fmla="*/ 133350 w 647700"/>
                <a:gd name="connsiteY21" fmla="*/ 114300 h 647700"/>
                <a:gd name="connsiteX22" fmla="*/ 142875 w 647700"/>
                <a:gd name="connsiteY22" fmla="*/ 123825 h 647700"/>
                <a:gd name="connsiteX23" fmla="*/ 152400 w 647700"/>
                <a:gd name="connsiteY23" fmla="*/ 114300 h 647700"/>
                <a:gd name="connsiteX24" fmla="*/ 152400 w 647700"/>
                <a:gd name="connsiteY24" fmla="*/ 76200 h 647700"/>
                <a:gd name="connsiteX25" fmla="*/ 495300 w 647700"/>
                <a:gd name="connsiteY25" fmla="*/ 76200 h 647700"/>
                <a:gd name="connsiteX26" fmla="*/ 495300 w 647700"/>
                <a:gd name="connsiteY26" fmla="*/ 114300 h 647700"/>
                <a:gd name="connsiteX27" fmla="*/ 504825 w 647700"/>
                <a:gd name="connsiteY27" fmla="*/ 123825 h 647700"/>
                <a:gd name="connsiteX28" fmla="*/ 514350 w 647700"/>
                <a:gd name="connsiteY28" fmla="*/ 114300 h 647700"/>
                <a:gd name="connsiteX29" fmla="*/ 514350 w 647700"/>
                <a:gd name="connsiteY29" fmla="*/ 76200 h 647700"/>
                <a:gd name="connsiteX30" fmla="*/ 628650 w 647700"/>
                <a:gd name="connsiteY30" fmla="*/ 76200 h 647700"/>
                <a:gd name="connsiteX31" fmla="*/ 628650 w 647700"/>
                <a:gd name="connsiteY31" fmla="*/ 1905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47700" h="647700">
                  <a:moveTo>
                    <a:pt x="514350" y="57150"/>
                  </a:moveTo>
                  <a:lnTo>
                    <a:pt x="514350" y="9525"/>
                  </a:lnTo>
                  <a:cubicBezTo>
                    <a:pt x="514350" y="4264"/>
                    <a:pt x="510086" y="0"/>
                    <a:pt x="504825" y="0"/>
                  </a:cubicBezTo>
                  <a:cubicBezTo>
                    <a:pt x="499564" y="0"/>
                    <a:pt x="495300" y="4264"/>
                    <a:pt x="495300" y="9525"/>
                  </a:cubicBezTo>
                  <a:lnTo>
                    <a:pt x="495300" y="57150"/>
                  </a:lnTo>
                  <a:lnTo>
                    <a:pt x="152400" y="57150"/>
                  </a:lnTo>
                  <a:lnTo>
                    <a:pt x="152400" y="9525"/>
                  </a:lnTo>
                  <a:cubicBezTo>
                    <a:pt x="152400" y="4264"/>
                    <a:pt x="148136" y="0"/>
                    <a:pt x="142875" y="0"/>
                  </a:cubicBezTo>
                  <a:cubicBezTo>
                    <a:pt x="137614" y="0"/>
                    <a:pt x="133350" y="4264"/>
                    <a:pt x="133350" y="9525"/>
                  </a:cubicBezTo>
                  <a:lnTo>
                    <a:pt x="133350" y="57150"/>
                  </a:lnTo>
                  <a:lnTo>
                    <a:pt x="0" y="57150"/>
                  </a:lnTo>
                  <a:lnTo>
                    <a:pt x="0" y="647700"/>
                  </a:lnTo>
                  <a:lnTo>
                    <a:pt x="647700" y="647700"/>
                  </a:lnTo>
                  <a:lnTo>
                    <a:pt x="647700" y="57150"/>
                  </a:lnTo>
                  <a:close/>
                  <a:moveTo>
                    <a:pt x="628650" y="628650"/>
                  </a:moveTo>
                  <a:lnTo>
                    <a:pt x="19050" y="628650"/>
                  </a:lnTo>
                  <a:lnTo>
                    <a:pt x="19050" y="209550"/>
                  </a:lnTo>
                  <a:lnTo>
                    <a:pt x="628650" y="209550"/>
                  </a:lnTo>
                  <a:close/>
                  <a:moveTo>
                    <a:pt x="19050" y="190500"/>
                  </a:moveTo>
                  <a:lnTo>
                    <a:pt x="19050" y="76200"/>
                  </a:lnTo>
                  <a:lnTo>
                    <a:pt x="133350" y="76200"/>
                  </a:lnTo>
                  <a:lnTo>
                    <a:pt x="133350" y="114300"/>
                  </a:lnTo>
                  <a:cubicBezTo>
                    <a:pt x="133350" y="119561"/>
                    <a:pt x="137614" y="123825"/>
                    <a:pt x="142875" y="123825"/>
                  </a:cubicBezTo>
                  <a:cubicBezTo>
                    <a:pt x="148136" y="123825"/>
                    <a:pt x="152400" y="119561"/>
                    <a:pt x="152400" y="114300"/>
                  </a:cubicBezTo>
                  <a:lnTo>
                    <a:pt x="152400" y="76200"/>
                  </a:lnTo>
                  <a:lnTo>
                    <a:pt x="495300" y="76200"/>
                  </a:lnTo>
                  <a:lnTo>
                    <a:pt x="495300" y="114300"/>
                  </a:lnTo>
                  <a:cubicBezTo>
                    <a:pt x="495300" y="119561"/>
                    <a:pt x="499564" y="123825"/>
                    <a:pt x="504825" y="123825"/>
                  </a:cubicBezTo>
                  <a:cubicBezTo>
                    <a:pt x="510086" y="123825"/>
                    <a:pt x="514350" y="119561"/>
                    <a:pt x="514350" y="114300"/>
                  </a:cubicBezTo>
                  <a:lnTo>
                    <a:pt x="514350" y="76200"/>
                  </a:lnTo>
                  <a:lnTo>
                    <a:pt x="628650" y="76200"/>
                  </a:lnTo>
                  <a:lnTo>
                    <a:pt x="628650" y="190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FB4CD14-ED47-6209-18D5-96C8CE945867}"/>
                </a:ext>
              </a:extLst>
            </p:cNvPr>
            <p:cNvSpPr/>
            <p:nvPr/>
          </p:nvSpPr>
          <p:spPr>
            <a:xfrm>
              <a:off x="7140100" y="1748966"/>
              <a:ext cx="495300" cy="304800"/>
            </a:xfrm>
            <a:custGeom>
              <a:avLst/>
              <a:gdLst>
                <a:gd name="connsiteX0" fmla="*/ 180975 w 495300"/>
                <a:gd name="connsiteY0" fmla="*/ 304800 h 304800"/>
                <a:gd name="connsiteX1" fmla="*/ 495300 w 495300"/>
                <a:gd name="connsiteY1" fmla="*/ 304800 h 304800"/>
                <a:gd name="connsiteX2" fmla="*/ 495300 w 495300"/>
                <a:gd name="connsiteY2" fmla="*/ 0 h 304800"/>
                <a:gd name="connsiteX3" fmla="*/ 0 w 495300"/>
                <a:gd name="connsiteY3" fmla="*/ 0 h 304800"/>
                <a:gd name="connsiteX4" fmla="*/ 0 w 495300"/>
                <a:gd name="connsiteY4" fmla="*/ 304800 h 304800"/>
                <a:gd name="connsiteX5" fmla="*/ 180975 w 495300"/>
                <a:gd name="connsiteY5" fmla="*/ 304800 h 304800"/>
                <a:gd name="connsiteX6" fmla="*/ 180975 w 495300"/>
                <a:gd name="connsiteY6" fmla="*/ 285750 h 304800"/>
                <a:gd name="connsiteX7" fmla="*/ 180975 w 495300"/>
                <a:gd name="connsiteY7" fmla="*/ 209550 h 304800"/>
                <a:gd name="connsiteX8" fmla="*/ 314325 w 495300"/>
                <a:gd name="connsiteY8" fmla="*/ 209550 h 304800"/>
                <a:gd name="connsiteX9" fmla="*/ 314325 w 495300"/>
                <a:gd name="connsiteY9" fmla="*/ 285750 h 304800"/>
                <a:gd name="connsiteX10" fmla="*/ 180975 w 495300"/>
                <a:gd name="connsiteY10" fmla="*/ 114300 h 304800"/>
                <a:gd name="connsiteX11" fmla="*/ 314325 w 495300"/>
                <a:gd name="connsiteY11" fmla="*/ 114300 h 304800"/>
                <a:gd name="connsiteX12" fmla="*/ 314325 w 495300"/>
                <a:gd name="connsiteY12" fmla="*/ 190500 h 304800"/>
                <a:gd name="connsiteX13" fmla="*/ 180975 w 495300"/>
                <a:gd name="connsiteY13" fmla="*/ 190500 h 304800"/>
                <a:gd name="connsiteX14" fmla="*/ 161925 w 495300"/>
                <a:gd name="connsiteY14" fmla="*/ 190500 h 304800"/>
                <a:gd name="connsiteX15" fmla="*/ 19050 w 495300"/>
                <a:gd name="connsiteY15" fmla="*/ 190500 h 304800"/>
                <a:gd name="connsiteX16" fmla="*/ 19050 w 495300"/>
                <a:gd name="connsiteY16" fmla="*/ 114300 h 304800"/>
                <a:gd name="connsiteX17" fmla="*/ 161925 w 495300"/>
                <a:gd name="connsiteY17" fmla="*/ 114300 h 304800"/>
                <a:gd name="connsiteX18" fmla="*/ 333375 w 495300"/>
                <a:gd name="connsiteY18" fmla="*/ 114300 h 304800"/>
                <a:gd name="connsiteX19" fmla="*/ 476250 w 495300"/>
                <a:gd name="connsiteY19" fmla="*/ 114300 h 304800"/>
                <a:gd name="connsiteX20" fmla="*/ 476250 w 495300"/>
                <a:gd name="connsiteY20" fmla="*/ 190500 h 304800"/>
                <a:gd name="connsiteX21" fmla="*/ 333375 w 495300"/>
                <a:gd name="connsiteY21" fmla="*/ 190500 h 304800"/>
                <a:gd name="connsiteX22" fmla="*/ 333375 w 495300"/>
                <a:gd name="connsiteY22" fmla="*/ 285750 h 304800"/>
                <a:gd name="connsiteX23" fmla="*/ 333375 w 495300"/>
                <a:gd name="connsiteY23" fmla="*/ 209550 h 304800"/>
                <a:gd name="connsiteX24" fmla="*/ 476250 w 495300"/>
                <a:gd name="connsiteY24" fmla="*/ 209550 h 304800"/>
                <a:gd name="connsiteX25" fmla="*/ 476250 w 495300"/>
                <a:gd name="connsiteY25" fmla="*/ 285750 h 304800"/>
                <a:gd name="connsiteX26" fmla="*/ 476250 w 495300"/>
                <a:gd name="connsiteY26" fmla="*/ 19050 h 304800"/>
                <a:gd name="connsiteX27" fmla="*/ 476250 w 495300"/>
                <a:gd name="connsiteY27" fmla="*/ 95250 h 304800"/>
                <a:gd name="connsiteX28" fmla="*/ 333375 w 495300"/>
                <a:gd name="connsiteY28" fmla="*/ 95250 h 304800"/>
                <a:gd name="connsiteX29" fmla="*/ 333375 w 495300"/>
                <a:gd name="connsiteY29" fmla="*/ 19050 h 304800"/>
                <a:gd name="connsiteX30" fmla="*/ 314325 w 495300"/>
                <a:gd name="connsiteY30" fmla="*/ 19050 h 304800"/>
                <a:gd name="connsiteX31" fmla="*/ 314325 w 495300"/>
                <a:gd name="connsiteY31" fmla="*/ 95250 h 304800"/>
                <a:gd name="connsiteX32" fmla="*/ 180975 w 495300"/>
                <a:gd name="connsiteY32" fmla="*/ 95250 h 304800"/>
                <a:gd name="connsiteX33" fmla="*/ 180975 w 495300"/>
                <a:gd name="connsiteY33" fmla="*/ 19050 h 304800"/>
                <a:gd name="connsiteX34" fmla="*/ 161925 w 495300"/>
                <a:gd name="connsiteY34" fmla="*/ 19050 h 304800"/>
                <a:gd name="connsiteX35" fmla="*/ 161925 w 495300"/>
                <a:gd name="connsiteY35" fmla="*/ 95250 h 304800"/>
                <a:gd name="connsiteX36" fmla="*/ 19050 w 495300"/>
                <a:gd name="connsiteY36" fmla="*/ 95250 h 304800"/>
                <a:gd name="connsiteX37" fmla="*/ 19050 w 495300"/>
                <a:gd name="connsiteY37" fmla="*/ 19050 h 304800"/>
                <a:gd name="connsiteX38" fmla="*/ 19050 w 495300"/>
                <a:gd name="connsiteY38" fmla="*/ 285750 h 304800"/>
                <a:gd name="connsiteX39" fmla="*/ 19050 w 495300"/>
                <a:gd name="connsiteY39" fmla="*/ 209550 h 304800"/>
                <a:gd name="connsiteX40" fmla="*/ 161925 w 495300"/>
                <a:gd name="connsiteY40" fmla="*/ 209550 h 304800"/>
                <a:gd name="connsiteX41" fmla="*/ 161925 w 495300"/>
                <a:gd name="connsiteY41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5300" h="304800">
                  <a:moveTo>
                    <a:pt x="180975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80975" y="304800"/>
                  </a:lnTo>
                  <a:close/>
                  <a:moveTo>
                    <a:pt x="180975" y="285750"/>
                  </a:moveTo>
                  <a:lnTo>
                    <a:pt x="180975" y="209550"/>
                  </a:lnTo>
                  <a:lnTo>
                    <a:pt x="314325" y="209550"/>
                  </a:lnTo>
                  <a:lnTo>
                    <a:pt x="314325" y="285750"/>
                  </a:lnTo>
                  <a:close/>
                  <a:moveTo>
                    <a:pt x="180975" y="114300"/>
                  </a:moveTo>
                  <a:lnTo>
                    <a:pt x="314325" y="114300"/>
                  </a:lnTo>
                  <a:lnTo>
                    <a:pt x="314325" y="190500"/>
                  </a:lnTo>
                  <a:lnTo>
                    <a:pt x="180975" y="190500"/>
                  </a:lnTo>
                  <a:close/>
                  <a:moveTo>
                    <a:pt x="161925" y="190500"/>
                  </a:moveTo>
                  <a:lnTo>
                    <a:pt x="19050" y="190500"/>
                  </a:lnTo>
                  <a:lnTo>
                    <a:pt x="19050" y="114300"/>
                  </a:lnTo>
                  <a:lnTo>
                    <a:pt x="161925" y="114300"/>
                  </a:lnTo>
                  <a:close/>
                  <a:moveTo>
                    <a:pt x="333375" y="114300"/>
                  </a:moveTo>
                  <a:lnTo>
                    <a:pt x="476250" y="114300"/>
                  </a:lnTo>
                  <a:lnTo>
                    <a:pt x="476250" y="190500"/>
                  </a:lnTo>
                  <a:lnTo>
                    <a:pt x="333375" y="190500"/>
                  </a:lnTo>
                  <a:close/>
                  <a:moveTo>
                    <a:pt x="333375" y="285750"/>
                  </a:moveTo>
                  <a:lnTo>
                    <a:pt x="333375" y="209550"/>
                  </a:lnTo>
                  <a:lnTo>
                    <a:pt x="476250" y="209550"/>
                  </a:lnTo>
                  <a:lnTo>
                    <a:pt x="476250" y="285750"/>
                  </a:lnTo>
                  <a:close/>
                  <a:moveTo>
                    <a:pt x="476250" y="19050"/>
                  </a:moveTo>
                  <a:lnTo>
                    <a:pt x="476250" y="95250"/>
                  </a:lnTo>
                  <a:lnTo>
                    <a:pt x="333375" y="95250"/>
                  </a:lnTo>
                  <a:lnTo>
                    <a:pt x="333375" y="19050"/>
                  </a:lnTo>
                  <a:close/>
                  <a:moveTo>
                    <a:pt x="314325" y="19050"/>
                  </a:moveTo>
                  <a:lnTo>
                    <a:pt x="314325" y="95250"/>
                  </a:lnTo>
                  <a:lnTo>
                    <a:pt x="180975" y="95250"/>
                  </a:lnTo>
                  <a:lnTo>
                    <a:pt x="180975" y="19050"/>
                  </a:lnTo>
                  <a:close/>
                  <a:moveTo>
                    <a:pt x="161925" y="19050"/>
                  </a:moveTo>
                  <a:lnTo>
                    <a:pt x="161925" y="95250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  <a:moveTo>
                    <a:pt x="19050" y="285750"/>
                  </a:moveTo>
                  <a:lnTo>
                    <a:pt x="19050" y="209550"/>
                  </a:lnTo>
                  <a:lnTo>
                    <a:pt x="161925" y="209550"/>
                  </a:lnTo>
                  <a:lnTo>
                    <a:pt x="161925" y="2857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25A79D2-DF78-1377-2F76-EF80D6589F87}"/>
              </a:ext>
            </a:extLst>
          </p:cNvPr>
          <p:cNvSpPr txBox="1"/>
          <p:nvPr/>
        </p:nvSpPr>
        <p:spPr>
          <a:xfrm>
            <a:off x="507486" y="845393"/>
            <a:ext cx="422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E34224-BB24-0797-4FA7-6AFCC6EDA0C9}"/>
              </a:ext>
            </a:extLst>
          </p:cNvPr>
          <p:cNvSpPr txBox="1"/>
          <p:nvPr/>
        </p:nvSpPr>
        <p:spPr>
          <a:xfrm>
            <a:off x="1594256" y="2645192"/>
            <a:ext cx="51299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Simplify pricing structures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Create a “Expectation Setting”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Conduct “Truth in Advertising” audit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8E510-EC6C-6FDA-A216-C44F8421B436}"/>
              </a:ext>
            </a:extLst>
          </p:cNvPr>
          <p:cNvSpPr txBox="1"/>
          <p:nvPr/>
        </p:nvSpPr>
        <p:spPr>
          <a:xfrm>
            <a:off x="1021848" y="1871500"/>
            <a:ext cx="569804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Marketing &amp; Advertising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35BA7-B3ED-D3BE-129F-1A9EF3C19C9B}"/>
              </a:ext>
            </a:extLst>
          </p:cNvPr>
          <p:cNvGrpSpPr/>
          <p:nvPr/>
        </p:nvGrpSpPr>
        <p:grpSpPr>
          <a:xfrm>
            <a:off x="6101068" y="896008"/>
            <a:ext cx="1006204" cy="1173607"/>
            <a:chOff x="6101068" y="896008"/>
            <a:chExt cx="1006204" cy="1173607"/>
          </a:xfrm>
        </p:grpSpPr>
        <p:grpSp>
          <p:nvGrpSpPr>
            <p:cNvPr id="7" name="Graphic 50" descr="Dice outline">
              <a:extLst>
                <a:ext uri="{FF2B5EF4-FFF2-40B4-BE49-F238E27FC236}">
                  <a16:creationId xmlns:a16="http://schemas.microsoft.com/office/drawing/2014/main" id="{1FE8D956-1D06-BB14-F9B4-A153D9096DA6}"/>
                </a:ext>
              </a:extLst>
            </p:cNvPr>
            <p:cNvGrpSpPr/>
            <p:nvPr/>
          </p:nvGrpSpPr>
          <p:grpSpPr>
            <a:xfrm>
              <a:off x="6375775" y="896008"/>
              <a:ext cx="731497" cy="750827"/>
              <a:chOff x="6184050" y="3507525"/>
              <a:chExt cx="731497" cy="750827"/>
            </a:xfrm>
            <a:solidFill>
              <a:schemeClr val="bg1">
                <a:lumMod val="95000"/>
              </a:schemeClr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EC15E50D-677D-1151-0979-8537BB95B2DD}"/>
                  </a:ext>
                </a:extLst>
              </p:cNvPr>
              <p:cNvSpPr/>
              <p:nvPr/>
            </p:nvSpPr>
            <p:spPr>
              <a:xfrm>
                <a:off x="6184050" y="3507525"/>
                <a:ext cx="361950" cy="362073"/>
              </a:xfrm>
              <a:custGeom>
                <a:avLst/>
                <a:gdLst>
                  <a:gd name="connsiteX0" fmla="*/ 314325 w 361950"/>
                  <a:gd name="connsiteY0" fmla="*/ 362074 h 362073"/>
                  <a:gd name="connsiteX1" fmla="*/ 47625 w 361950"/>
                  <a:gd name="connsiteY1" fmla="*/ 362074 h 362073"/>
                  <a:gd name="connsiteX2" fmla="*/ 0 w 361950"/>
                  <a:gd name="connsiteY2" fmla="*/ 314449 h 362073"/>
                  <a:gd name="connsiteX3" fmla="*/ 0 w 361950"/>
                  <a:gd name="connsiteY3" fmla="*/ 47625 h 362073"/>
                  <a:gd name="connsiteX4" fmla="*/ 47625 w 361950"/>
                  <a:gd name="connsiteY4" fmla="*/ 0 h 362073"/>
                  <a:gd name="connsiteX5" fmla="*/ 314325 w 361950"/>
                  <a:gd name="connsiteY5" fmla="*/ 0 h 362073"/>
                  <a:gd name="connsiteX6" fmla="*/ 361950 w 361950"/>
                  <a:gd name="connsiteY6" fmla="*/ 47625 h 362073"/>
                  <a:gd name="connsiteX7" fmla="*/ 361950 w 361950"/>
                  <a:gd name="connsiteY7" fmla="*/ 314439 h 362073"/>
                  <a:gd name="connsiteX8" fmla="*/ 314325 w 361950"/>
                  <a:gd name="connsiteY8" fmla="*/ 362074 h 362073"/>
                  <a:gd name="connsiteX9" fmla="*/ 47625 w 361950"/>
                  <a:gd name="connsiteY9" fmla="*/ 19050 h 362073"/>
                  <a:gd name="connsiteX10" fmla="*/ 19050 w 361950"/>
                  <a:gd name="connsiteY10" fmla="*/ 47625 h 362073"/>
                  <a:gd name="connsiteX11" fmla="*/ 19050 w 361950"/>
                  <a:gd name="connsiteY11" fmla="*/ 314439 h 362073"/>
                  <a:gd name="connsiteX12" fmla="*/ 47625 w 361950"/>
                  <a:gd name="connsiteY12" fmla="*/ 343014 h 362073"/>
                  <a:gd name="connsiteX13" fmla="*/ 314325 w 361950"/>
                  <a:gd name="connsiteY13" fmla="*/ 343014 h 362073"/>
                  <a:gd name="connsiteX14" fmla="*/ 342900 w 361950"/>
                  <a:gd name="connsiteY14" fmla="*/ 314439 h 362073"/>
                  <a:gd name="connsiteX15" fmla="*/ 342900 w 361950"/>
                  <a:gd name="connsiteY15" fmla="*/ 47625 h 362073"/>
                  <a:gd name="connsiteX16" fmla="*/ 314325 w 361950"/>
                  <a:gd name="connsiteY16" fmla="*/ 19050 h 362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1950" h="362073">
                    <a:moveTo>
                      <a:pt x="314325" y="362074"/>
                    </a:moveTo>
                    <a:lnTo>
                      <a:pt x="47625" y="362074"/>
                    </a:lnTo>
                    <a:cubicBezTo>
                      <a:pt x="21338" y="362037"/>
                      <a:pt x="37" y="340736"/>
                      <a:pt x="0" y="314449"/>
                    </a:cubicBezTo>
                    <a:lnTo>
                      <a:pt x="0" y="47625"/>
                    </a:lnTo>
                    <a:cubicBezTo>
                      <a:pt x="37" y="21338"/>
                      <a:pt x="21338" y="37"/>
                      <a:pt x="47625" y="0"/>
                    </a:cubicBezTo>
                    <a:lnTo>
                      <a:pt x="314325" y="0"/>
                    </a:lnTo>
                    <a:cubicBezTo>
                      <a:pt x="340612" y="37"/>
                      <a:pt x="361913" y="21338"/>
                      <a:pt x="361950" y="47625"/>
                    </a:cubicBezTo>
                    <a:lnTo>
                      <a:pt x="361950" y="314439"/>
                    </a:lnTo>
                    <a:cubicBezTo>
                      <a:pt x="361919" y="340730"/>
                      <a:pt x="340616" y="362037"/>
                      <a:pt x="314325" y="362074"/>
                    </a:cubicBezTo>
                    <a:close/>
                    <a:moveTo>
                      <a:pt x="47625" y="19050"/>
                    </a:moveTo>
                    <a:cubicBezTo>
                      <a:pt x="31843" y="19050"/>
                      <a:pt x="19050" y="31843"/>
                      <a:pt x="19050" y="47625"/>
                    </a:cubicBezTo>
                    <a:lnTo>
                      <a:pt x="19050" y="314439"/>
                    </a:lnTo>
                    <a:cubicBezTo>
                      <a:pt x="19050" y="330221"/>
                      <a:pt x="31843" y="343014"/>
                      <a:pt x="47625" y="343014"/>
                    </a:cubicBezTo>
                    <a:lnTo>
                      <a:pt x="314325" y="343014"/>
                    </a:lnTo>
                    <a:cubicBezTo>
                      <a:pt x="330107" y="343014"/>
                      <a:pt x="342900" y="330221"/>
                      <a:pt x="342900" y="314439"/>
                    </a:cubicBezTo>
                    <a:lnTo>
                      <a:pt x="342900" y="47625"/>
                    </a:lnTo>
                    <a:cubicBezTo>
                      <a:pt x="342900" y="31843"/>
                      <a:pt x="330107" y="19050"/>
                      <a:pt x="314325" y="1905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513B9104-CF4D-231B-766B-974EFA7DA615}"/>
                  </a:ext>
                </a:extLst>
              </p:cNvPr>
              <p:cNvSpPr/>
              <p:nvPr/>
            </p:nvSpPr>
            <p:spPr>
              <a:xfrm>
                <a:off x="6443153" y="3785731"/>
                <a:ext cx="472393" cy="472621"/>
              </a:xfrm>
              <a:custGeom>
                <a:avLst/>
                <a:gdLst>
                  <a:gd name="connsiteX0" fmla="*/ 236196 w 472393"/>
                  <a:gd name="connsiteY0" fmla="*/ 472621 h 472621"/>
                  <a:gd name="connsiteX1" fmla="*/ 236196 w 472393"/>
                  <a:gd name="connsiteY1" fmla="*/ 472621 h 472621"/>
                  <a:gd name="connsiteX2" fmla="*/ 202525 w 472393"/>
                  <a:gd name="connsiteY2" fmla="*/ 458648 h 472621"/>
                  <a:gd name="connsiteX3" fmla="*/ 13930 w 472393"/>
                  <a:gd name="connsiteY3" fmla="*/ 269977 h 472621"/>
                  <a:gd name="connsiteX4" fmla="*/ 13930 w 472393"/>
                  <a:gd name="connsiteY4" fmla="*/ 202606 h 472621"/>
                  <a:gd name="connsiteX5" fmla="*/ 202525 w 472393"/>
                  <a:gd name="connsiteY5" fmla="*/ 14011 h 472621"/>
                  <a:gd name="connsiteX6" fmla="*/ 236196 w 472393"/>
                  <a:gd name="connsiteY6" fmla="*/ 0 h 472621"/>
                  <a:gd name="connsiteX7" fmla="*/ 236196 w 472393"/>
                  <a:gd name="connsiteY7" fmla="*/ 0 h 472621"/>
                  <a:gd name="connsiteX8" fmla="*/ 269867 w 472393"/>
                  <a:gd name="connsiteY8" fmla="*/ 13964 h 472621"/>
                  <a:gd name="connsiteX9" fmla="*/ 458462 w 472393"/>
                  <a:gd name="connsiteY9" fmla="*/ 202635 h 472621"/>
                  <a:gd name="connsiteX10" fmla="*/ 458462 w 472393"/>
                  <a:gd name="connsiteY10" fmla="*/ 270015 h 472621"/>
                  <a:gd name="connsiteX11" fmla="*/ 269915 w 472393"/>
                  <a:gd name="connsiteY11" fmla="*/ 458658 h 472621"/>
                  <a:gd name="connsiteX12" fmla="*/ 236196 w 472393"/>
                  <a:gd name="connsiteY12" fmla="*/ 472621 h 472621"/>
                  <a:gd name="connsiteX13" fmla="*/ 27084 w 472393"/>
                  <a:gd name="connsiteY13" fmla="*/ 256213 h 472621"/>
                  <a:gd name="connsiteX14" fmla="*/ 27399 w 472393"/>
                  <a:gd name="connsiteY14" fmla="*/ 256537 h 472621"/>
                  <a:gd name="connsiteX15" fmla="*/ 215994 w 472393"/>
                  <a:gd name="connsiteY15" fmla="*/ 445189 h 472621"/>
                  <a:gd name="connsiteX16" fmla="*/ 236196 w 472393"/>
                  <a:gd name="connsiteY16" fmla="*/ 453571 h 472621"/>
                  <a:gd name="connsiteX17" fmla="*/ 236196 w 472393"/>
                  <a:gd name="connsiteY17" fmla="*/ 453571 h 472621"/>
                  <a:gd name="connsiteX18" fmla="*/ 256399 w 472393"/>
                  <a:gd name="connsiteY18" fmla="*/ 445208 h 472621"/>
                  <a:gd name="connsiteX19" fmla="*/ 444994 w 472393"/>
                  <a:gd name="connsiteY19" fmla="*/ 256537 h 472621"/>
                  <a:gd name="connsiteX20" fmla="*/ 445017 w 472393"/>
                  <a:gd name="connsiteY20" fmla="*/ 216126 h 472621"/>
                  <a:gd name="connsiteX21" fmla="*/ 444994 w 472393"/>
                  <a:gd name="connsiteY21" fmla="*/ 216103 h 472621"/>
                  <a:gd name="connsiteX22" fmla="*/ 256399 w 472393"/>
                  <a:gd name="connsiteY22" fmla="*/ 27432 h 472621"/>
                  <a:gd name="connsiteX23" fmla="*/ 236196 w 472393"/>
                  <a:gd name="connsiteY23" fmla="*/ 19050 h 472621"/>
                  <a:gd name="connsiteX24" fmla="*/ 236196 w 472393"/>
                  <a:gd name="connsiteY24" fmla="*/ 19050 h 472621"/>
                  <a:gd name="connsiteX25" fmla="*/ 215994 w 472393"/>
                  <a:gd name="connsiteY25" fmla="*/ 27404 h 472621"/>
                  <a:gd name="connsiteX26" fmla="*/ 27399 w 472393"/>
                  <a:gd name="connsiteY26" fmla="*/ 216084 h 472621"/>
                  <a:gd name="connsiteX27" fmla="*/ 27084 w 472393"/>
                  <a:gd name="connsiteY27" fmla="*/ 256213 h 47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2393" h="472621">
                    <a:moveTo>
                      <a:pt x="236196" y="472621"/>
                    </a:moveTo>
                    <a:lnTo>
                      <a:pt x="236196" y="472621"/>
                    </a:lnTo>
                    <a:cubicBezTo>
                      <a:pt x="223556" y="472655"/>
                      <a:pt x="211427" y="467622"/>
                      <a:pt x="202525" y="458648"/>
                    </a:cubicBezTo>
                    <a:lnTo>
                      <a:pt x="13930" y="269977"/>
                    </a:lnTo>
                    <a:cubicBezTo>
                      <a:pt x="-4643" y="251361"/>
                      <a:pt x="-4643" y="221222"/>
                      <a:pt x="13930" y="202606"/>
                    </a:cubicBezTo>
                    <a:lnTo>
                      <a:pt x="202525" y="14011"/>
                    </a:lnTo>
                    <a:cubicBezTo>
                      <a:pt x="211425" y="5029"/>
                      <a:pt x="223551" y="-17"/>
                      <a:pt x="236196" y="0"/>
                    </a:cubicBezTo>
                    <a:lnTo>
                      <a:pt x="236196" y="0"/>
                    </a:lnTo>
                    <a:cubicBezTo>
                      <a:pt x="248835" y="-34"/>
                      <a:pt x="260961" y="4995"/>
                      <a:pt x="269867" y="13964"/>
                    </a:cubicBezTo>
                    <a:lnTo>
                      <a:pt x="458462" y="202635"/>
                    </a:lnTo>
                    <a:cubicBezTo>
                      <a:pt x="477038" y="221254"/>
                      <a:pt x="477038" y="251395"/>
                      <a:pt x="458462" y="270015"/>
                    </a:cubicBezTo>
                    <a:lnTo>
                      <a:pt x="269915" y="458658"/>
                    </a:lnTo>
                    <a:cubicBezTo>
                      <a:pt x="260994" y="467632"/>
                      <a:pt x="248850" y="472660"/>
                      <a:pt x="236196" y="472621"/>
                    </a:cubicBezTo>
                    <a:close/>
                    <a:moveTo>
                      <a:pt x="27084" y="256213"/>
                    </a:moveTo>
                    <a:lnTo>
                      <a:pt x="27399" y="256537"/>
                    </a:lnTo>
                    <a:lnTo>
                      <a:pt x="215994" y="445189"/>
                    </a:lnTo>
                    <a:cubicBezTo>
                      <a:pt x="221336" y="450573"/>
                      <a:pt x="228612" y="453591"/>
                      <a:pt x="236196" y="453571"/>
                    </a:cubicBezTo>
                    <a:lnTo>
                      <a:pt x="236196" y="453571"/>
                    </a:lnTo>
                    <a:cubicBezTo>
                      <a:pt x="243777" y="453594"/>
                      <a:pt x="251052" y="450583"/>
                      <a:pt x="256399" y="445208"/>
                    </a:cubicBezTo>
                    <a:lnTo>
                      <a:pt x="444994" y="256537"/>
                    </a:lnTo>
                    <a:cubicBezTo>
                      <a:pt x="456159" y="245384"/>
                      <a:pt x="456169" y="227291"/>
                      <a:pt x="445017" y="216126"/>
                    </a:cubicBezTo>
                    <a:cubicBezTo>
                      <a:pt x="445009" y="216119"/>
                      <a:pt x="445001" y="216111"/>
                      <a:pt x="444994" y="216103"/>
                    </a:cubicBezTo>
                    <a:lnTo>
                      <a:pt x="256399" y="27432"/>
                    </a:lnTo>
                    <a:cubicBezTo>
                      <a:pt x="251054" y="22052"/>
                      <a:pt x="243780" y="19034"/>
                      <a:pt x="236196" y="19050"/>
                    </a:cubicBezTo>
                    <a:lnTo>
                      <a:pt x="236196" y="19050"/>
                    </a:lnTo>
                    <a:cubicBezTo>
                      <a:pt x="228617" y="19028"/>
                      <a:pt x="221344" y="22035"/>
                      <a:pt x="215994" y="27404"/>
                    </a:cubicBezTo>
                    <a:lnTo>
                      <a:pt x="27399" y="216084"/>
                    </a:lnTo>
                    <a:cubicBezTo>
                      <a:pt x="16339" y="227125"/>
                      <a:pt x="16198" y="245001"/>
                      <a:pt x="27084" y="256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9D7C309-3DE4-84C7-7B18-F05A893F67C1}"/>
                  </a:ext>
                </a:extLst>
              </p:cNvPr>
              <p:cNvSpPr/>
              <p:nvPr/>
            </p:nvSpPr>
            <p:spPr>
              <a:xfrm>
                <a:off x="640788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0856A3EA-F274-C68B-FA64-E6F99EE9E3B6}"/>
                  </a:ext>
                </a:extLst>
              </p:cNvPr>
              <p:cNvSpPr/>
              <p:nvPr/>
            </p:nvSpPr>
            <p:spPr>
              <a:xfrm>
                <a:off x="627453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53C6149-2F9C-02B9-DE96-EA66C545AC04}"/>
                  </a:ext>
                </a:extLst>
              </p:cNvPr>
              <p:cNvSpPr/>
              <p:nvPr/>
            </p:nvSpPr>
            <p:spPr>
              <a:xfrm>
                <a:off x="6407906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5DC0B30F-D67F-55BA-61C8-207C69D3A355}"/>
                  </a:ext>
                </a:extLst>
              </p:cNvPr>
              <p:cNvSpPr/>
              <p:nvPr/>
            </p:nvSpPr>
            <p:spPr>
              <a:xfrm>
                <a:off x="6274547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DCD1F16-ED11-F19F-2B2F-4639BA37B752}"/>
                  </a:ext>
                </a:extLst>
              </p:cNvPr>
              <p:cNvSpPr/>
              <p:nvPr/>
            </p:nvSpPr>
            <p:spPr>
              <a:xfrm>
                <a:off x="640788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6248383-346B-A358-42ED-A7CF107773EC}"/>
                  </a:ext>
                </a:extLst>
              </p:cNvPr>
              <p:cNvSpPr/>
              <p:nvPr/>
            </p:nvSpPr>
            <p:spPr>
              <a:xfrm>
                <a:off x="627453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DEDA1B1-9278-4A41-071D-B44FB514C801}"/>
                  </a:ext>
                </a:extLst>
              </p:cNvPr>
              <p:cNvSpPr/>
              <p:nvPr/>
            </p:nvSpPr>
            <p:spPr>
              <a:xfrm>
                <a:off x="6635339" y="4112762"/>
                <a:ext cx="47625" cy="47625"/>
              </a:xfrm>
              <a:custGeom>
                <a:avLst/>
                <a:gdLst>
                  <a:gd name="connsiteX0" fmla="*/ 23817 w 47625"/>
                  <a:gd name="connsiteY0" fmla="*/ 47625 h 47625"/>
                  <a:gd name="connsiteX1" fmla="*/ 0 w 47625"/>
                  <a:gd name="connsiteY1" fmla="*/ 23817 h 47625"/>
                  <a:gd name="connsiteX2" fmla="*/ 23807 w 47625"/>
                  <a:gd name="connsiteY2" fmla="*/ 0 h 47625"/>
                  <a:gd name="connsiteX3" fmla="*/ 47625 w 47625"/>
                  <a:gd name="connsiteY3" fmla="*/ 23808 h 47625"/>
                  <a:gd name="connsiteX4" fmla="*/ 40667 w 47625"/>
                  <a:gd name="connsiteY4" fmla="*/ 40634 h 47625"/>
                  <a:gd name="connsiteX5" fmla="*/ 23817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8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1" y="45124"/>
                      <a:pt x="30143" y="47641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6A1415FA-D80B-A31D-BF11-55AEB77E470B}"/>
                  </a:ext>
                </a:extLst>
              </p:cNvPr>
              <p:cNvSpPr/>
              <p:nvPr/>
            </p:nvSpPr>
            <p:spPr>
              <a:xfrm>
                <a:off x="6702691" y="4045392"/>
                <a:ext cx="47625" cy="47625"/>
              </a:xfrm>
              <a:custGeom>
                <a:avLst/>
                <a:gdLst>
                  <a:gd name="connsiteX0" fmla="*/ 23808 w 47625"/>
                  <a:gd name="connsiteY0" fmla="*/ 47625 h 47625"/>
                  <a:gd name="connsiteX1" fmla="*/ 0 w 47625"/>
                  <a:gd name="connsiteY1" fmla="*/ 23808 h 47625"/>
                  <a:gd name="connsiteX2" fmla="*/ 23816 w 47625"/>
                  <a:gd name="connsiteY2" fmla="*/ 0 h 47625"/>
                  <a:gd name="connsiteX3" fmla="*/ 47625 w 47625"/>
                  <a:gd name="connsiteY3" fmla="*/ 23817 h 47625"/>
                  <a:gd name="connsiteX4" fmla="*/ 40657 w 47625"/>
                  <a:gd name="connsiteY4" fmla="*/ 40643 h 47625"/>
                  <a:gd name="connsiteX5" fmla="*/ 23808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08" y="47625"/>
                    </a:moveTo>
                    <a:cubicBezTo>
                      <a:pt x="10657" y="47622"/>
                      <a:pt x="-3" y="36960"/>
                      <a:pt x="0" y="23808"/>
                    </a:cubicBezTo>
                    <a:cubicBezTo>
                      <a:pt x="2" y="10657"/>
                      <a:pt x="10665" y="-3"/>
                      <a:pt x="23816" y="0"/>
                    </a:cubicBezTo>
                    <a:cubicBezTo>
                      <a:pt x="36967" y="3"/>
                      <a:pt x="47627" y="10666"/>
                      <a:pt x="47625" y="23817"/>
                    </a:cubicBezTo>
                    <a:cubicBezTo>
                      <a:pt x="47623" y="30128"/>
                      <a:pt x="45118" y="36179"/>
                      <a:pt x="40657" y="40643"/>
                    </a:cubicBezTo>
                    <a:cubicBezTo>
                      <a:pt x="36201" y="45130"/>
                      <a:pt x="30132" y="47645"/>
                      <a:pt x="2380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C213D22-3E1A-7814-EF28-EF252413EC39}"/>
                  </a:ext>
                </a:extLst>
              </p:cNvPr>
              <p:cNvSpPr/>
              <p:nvPr/>
            </p:nvSpPr>
            <p:spPr>
              <a:xfrm>
                <a:off x="6541061" y="4018436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AD27DE4-B672-2CA4-F45E-AAB504AF309C}"/>
                  </a:ext>
                </a:extLst>
              </p:cNvPr>
              <p:cNvSpPr/>
              <p:nvPr/>
            </p:nvSpPr>
            <p:spPr>
              <a:xfrm>
                <a:off x="6770051" y="3978060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F56278D9-1159-43CC-DA09-F2FBC6CC0F1E}"/>
                  </a:ext>
                </a:extLst>
              </p:cNvPr>
              <p:cNvSpPr/>
              <p:nvPr/>
            </p:nvSpPr>
            <p:spPr>
              <a:xfrm>
                <a:off x="6608451" y="3951075"/>
                <a:ext cx="47624" cy="47625"/>
              </a:xfrm>
              <a:custGeom>
                <a:avLst/>
                <a:gdLst>
                  <a:gd name="connsiteX0" fmla="*/ 23788 w 47624"/>
                  <a:gd name="connsiteY0" fmla="*/ 47625 h 47625"/>
                  <a:gd name="connsiteX1" fmla="*/ 6976 w 47624"/>
                  <a:gd name="connsiteY1" fmla="*/ 40653 h 47625"/>
                  <a:gd name="connsiteX2" fmla="*/ 6972 w 47624"/>
                  <a:gd name="connsiteY2" fmla="*/ 6977 h 47625"/>
                  <a:gd name="connsiteX3" fmla="*/ 40648 w 47624"/>
                  <a:gd name="connsiteY3" fmla="*/ 6972 h 47625"/>
                  <a:gd name="connsiteX4" fmla="*/ 40652 w 47624"/>
                  <a:gd name="connsiteY4" fmla="*/ 40648 h 47625"/>
                  <a:gd name="connsiteX5" fmla="*/ 23788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8" y="47625"/>
                    </a:moveTo>
                    <a:cubicBezTo>
                      <a:pt x="17477" y="47643"/>
                      <a:pt x="11423" y="45131"/>
                      <a:pt x="6976" y="40653"/>
                    </a:cubicBezTo>
                    <a:cubicBezTo>
                      <a:pt x="-2324" y="31355"/>
                      <a:pt x="-2326" y="16277"/>
                      <a:pt x="6972" y="6977"/>
                    </a:cubicBezTo>
                    <a:cubicBezTo>
                      <a:pt x="16270" y="-2324"/>
                      <a:pt x="31347" y="-2326"/>
                      <a:pt x="40648" y="6972"/>
                    </a:cubicBezTo>
                    <a:cubicBezTo>
                      <a:pt x="49948" y="16271"/>
                      <a:pt x="49950" y="31348"/>
                      <a:pt x="40652" y="40648"/>
                    </a:cubicBezTo>
                    <a:cubicBezTo>
                      <a:pt x="36181" y="45121"/>
                      <a:pt x="30113" y="47632"/>
                      <a:pt x="2378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B91346A-46B4-D061-28E4-1E1EE967F43E}"/>
                  </a:ext>
                </a:extLst>
              </p:cNvPr>
              <p:cNvSpPr/>
              <p:nvPr/>
            </p:nvSpPr>
            <p:spPr>
              <a:xfrm>
                <a:off x="6675773" y="3883762"/>
                <a:ext cx="47624" cy="47625"/>
              </a:xfrm>
              <a:custGeom>
                <a:avLst/>
                <a:gdLst>
                  <a:gd name="connsiteX0" fmla="*/ 23817 w 47624"/>
                  <a:gd name="connsiteY0" fmla="*/ 47625 h 47625"/>
                  <a:gd name="connsiteX1" fmla="*/ 0 w 47624"/>
                  <a:gd name="connsiteY1" fmla="*/ 23817 h 47625"/>
                  <a:gd name="connsiteX2" fmla="*/ 23807 w 47624"/>
                  <a:gd name="connsiteY2" fmla="*/ 0 h 47625"/>
                  <a:gd name="connsiteX3" fmla="*/ 47625 w 47624"/>
                  <a:gd name="connsiteY3" fmla="*/ 23808 h 47625"/>
                  <a:gd name="connsiteX4" fmla="*/ 40667 w 47624"/>
                  <a:gd name="connsiteY4" fmla="*/ 40634 h 47625"/>
                  <a:gd name="connsiteX5" fmla="*/ 23817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9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2" y="45126"/>
                      <a:pt x="30143" y="47644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  <p:grpSp>
          <p:nvGrpSpPr>
            <p:cNvPr id="8" name="Graphic 50" descr="Dice outline">
              <a:extLst>
                <a:ext uri="{FF2B5EF4-FFF2-40B4-BE49-F238E27FC236}">
                  <a16:creationId xmlns:a16="http://schemas.microsoft.com/office/drawing/2014/main" id="{BD720DE8-6845-0AEE-AD22-E5D4761911BA}"/>
                </a:ext>
              </a:extLst>
            </p:cNvPr>
            <p:cNvGrpSpPr/>
            <p:nvPr/>
          </p:nvGrpSpPr>
          <p:grpSpPr>
            <a:xfrm rot="16200000" flipV="1">
              <a:off x="6110733" y="1328453"/>
              <a:ext cx="731497" cy="750827"/>
              <a:chOff x="6184050" y="3507525"/>
              <a:chExt cx="731497" cy="750827"/>
            </a:xfrm>
            <a:solidFill>
              <a:schemeClr val="bg1">
                <a:lumMod val="95000"/>
              </a:schemeClr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7204374-1E90-2D78-51EF-7E36D61E3664}"/>
                  </a:ext>
                </a:extLst>
              </p:cNvPr>
              <p:cNvSpPr/>
              <p:nvPr/>
            </p:nvSpPr>
            <p:spPr>
              <a:xfrm>
                <a:off x="6184050" y="3507525"/>
                <a:ext cx="361950" cy="362073"/>
              </a:xfrm>
              <a:custGeom>
                <a:avLst/>
                <a:gdLst>
                  <a:gd name="connsiteX0" fmla="*/ 314325 w 361950"/>
                  <a:gd name="connsiteY0" fmla="*/ 362074 h 362073"/>
                  <a:gd name="connsiteX1" fmla="*/ 47625 w 361950"/>
                  <a:gd name="connsiteY1" fmla="*/ 362074 h 362073"/>
                  <a:gd name="connsiteX2" fmla="*/ 0 w 361950"/>
                  <a:gd name="connsiteY2" fmla="*/ 314449 h 362073"/>
                  <a:gd name="connsiteX3" fmla="*/ 0 w 361950"/>
                  <a:gd name="connsiteY3" fmla="*/ 47625 h 362073"/>
                  <a:gd name="connsiteX4" fmla="*/ 47625 w 361950"/>
                  <a:gd name="connsiteY4" fmla="*/ 0 h 362073"/>
                  <a:gd name="connsiteX5" fmla="*/ 314325 w 361950"/>
                  <a:gd name="connsiteY5" fmla="*/ 0 h 362073"/>
                  <a:gd name="connsiteX6" fmla="*/ 361950 w 361950"/>
                  <a:gd name="connsiteY6" fmla="*/ 47625 h 362073"/>
                  <a:gd name="connsiteX7" fmla="*/ 361950 w 361950"/>
                  <a:gd name="connsiteY7" fmla="*/ 314439 h 362073"/>
                  <a:gd name="connsiteX8" fmla="*/ 314325 w 361950"/>
                  <a:gd name="connsiteY8" fmla="*/ 362074 h 362073"/>
                  <a:gd name="connsiteX9" fmla="*/ 47625 w 361950"/>
                  <a:gd name="connsiteY9" fmla="*/ 19050 h 362073"/>
                  <a:gd name="connsiteX10" fmla="*/ 19050 w 361950"/>
                  <a:gd name="connsiteY10" fmla="*/ 47625 h 362073"/>
                  <a:gd name="connsiteX11" fmla="*/ 19050 w 361950"/>
                  <a:gd name="connsiteY11" fmla="*/ 314439 h 362073"/>
                  <a:gd name="connsiteX12" fmla="*/ 47625 w 361950"/>
                  <a:gd name="connsiteY12" fmla="*/ 343014 h 362073"/>
                  <a:gd name="connsiteX13" fmla="*/ 314325 w 361950"/>
                  <a:gd name="connsiteY13" fmla="*/ 343014 h 362073"/>
                  <a:gd name="connsiteX14" fmla="*/ 342900 w 361950"/>
                  <a:gd name="connsiteY14" fmla="*/ 314439 h 362073"/>
                  <a:gd name="connsiteX15" fmla="*/ 342900 w 361950"/>
                  <a:gd name="connsiteY15" fmla="*/ 47625 h 362073"/>
                  <a:gd name="connsiteX16" fmla="*/ 314325 w 361950"/>
                  <a:gd name="connsiteY16" fmla="*/ 19050 h 362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1950" h="362073">
                    <a:moveTo>
                      <a:pt x="314325" y="362074"/>
                    </a:moveTo>
                    <a:lnTo>
                      <a:pt x="47625" y="362074"/>
                    </a:lnTo>
                    <a:cubicBezTo>
                      <a:pt x="21338" y="362037"/>
                      <a:pt x="37" y="340736"/>
                      <a:pt x="0" y="314449"/>
                    </a:cubicBezTo>
                    <a:lnTo>
                      <a:pt x="0" y="47625"/>
                    </a:lnTo>
                    <a:cubicBezTo>
                      <a:pt x="37" y="21338"/>
                      <a:pt x="21338" y="37"/>
                      <a:pt x="47625" y="0"/>
                    </a:cubicBezTo>
                    <a:lnTo>
                      <a:pt x="314325" y="0"/>
                    </a:lnTo>
                    <a:cubicBezTo>
                      <a:pt x="340612" y="37"/>
                      <a:pt x="361913" y="21338"/>
                      <a:pt x="361950" y="47625"/>
                    </a:cubicBezTo>
                    <a:lnTo>
                      <a:pt x="361950" y="314439"/>
                    </a:lnTo>
                    <a:cubicBezTo>
                      <a:pt x="361919" y="340730"/>
                      <a:pt x="340616" y="362037"/>
                      <a:pt x="314325" y="362074"/>
                    </a:cubicBezTo>
                    <a:close/>
                    <a:moveTo>
                      <a:pt x="47625" y="19050"/>
                    </a:moveTo>
                    <a:cubicBezTo>
                      <a:pt x="31843" y="19050"/>
                      <a:pt x="19050" y="31843"/>
                      <a:pt x="19050" y="47625"/>
                    </a:cubicBezTo>
                    <a:lnTo>
                      <a:pt x="19050" y="314439"/>
                    </a:lnTo>
                    <a:cubicBezTo>
                      <a:pt x="19050" y="330221"/>
                      <a:pt x="31843" y="343014"/>
                      <a:pt x="47625" y="343014"/>
                    </a:cubicBezTo>
                    <a:lnTo>
                      <a:pt x="314325" y="343014"/>
                    </a:lnTo>
                    <a:cubicBezTo>
                      <a:pt x="330107" y="343014"/>
                      <a:pt x="342900" y="330221"/>
                      <a:pt x="342900" y="314439"/>
                    </a:cubicBezTo>
                    <a:lnTo>
                      <a:pt x="342900" y="47625"/>
                    </a:lnTo>
                    <a:cubicBezTo>
                      <a:pt x="342900" y="31843"/>
                      <a:pt x="330107" y="19050"/>
                      <a:pt x="314325" y="1905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DFB4A7A-F6D2-4059-1084-70590501A9C7}"/>
                  </a:ext>
                </a:extLst>
              </p:cNvPr>
              <p:cNvSpPr/>
              <p:nvPr/>
            </p:nvSpPr>
            <p:spPr>
              <a:xfrm>
                <a:off x="6443153" y="3785731"/>
                <a:ext cx="472393" cy="472621"/>
              </a:xfrm>
              <a:custGeom>
                <a:avLst/>
                <a:gdLst>
                  <a:gd name="connsiteX0" fmla="*/ 236196 w 472393"/>
                  <a:gd name="connsiteY0" fmla="*/ 472621 h 472621"/>
                  <a:gd name="connsiteX1" fmla="*/ 236196 w 472393"/>
                  <a:gd name="connsiteY1" fmla="*/ 472621 h 472621"/>
                  <a:gd name="connsiteX2" fmla="*/ 202525 w 472393"/>
                  <a:gd name="connsiteY2" fmla="*/ 458648 h 472621"/>
                  <a:gd name="connsiteX3" fmla="*/ 13930 w 472393"/>
                  <a:gd name="connsiteY3" fmla="*/ 269977 h 472621"/>
                  <a:gd name="connsiteX4" fmla="*/ 13930 w 472393"/>
                  <a:gd name="connsiteY4" fmla="*/ 202606 h 472621"/>
                  <a:gd name="connsiteX5" fmla="*/ 202525 w 472393"/>
                  <a:gd name="connsiteY5" fmla="*/ 14011 h 472621"/>
                  <a:gd name="connsiteX6" fmla="*/ 236196 w 472393"/>
                  <a:gd name="connsiteY6" fmla="*/ 0 h 472621"/>
                  <a:gd name="connsiteX7" fmla="*/ 236196 w 472393"/>
                  <a:gd name="connsiteY7" fmla="*/ 0 h 472621"/>
                  <a:gd name="connsiteX8" fmla="*/ 269867 w 472393"/>
                  <a:gd name="connsiteY8" fmla="*/ 13964 h 472621"/>
                  <a:gd name="connsiteX9" fmla="*/ 458462 w 472393"/>
                  <a:gd name="connsiteY9" fmla="*/ 202635 h 472621"/>
                  <a:gd name="connsiteX10" fmla="*/ 458462 w 472393"/>
                  <a:gd name="connsiteY10" fmla="*/ 270015 h 472621"/>
                  <a:gd name="connsiteX11" fmla="*/ 269915 w 472393"/>
                  <a:gd name="connsiteY11" fmla="*/ 458658 h 472621"/>
                  <a:gd name="connsiteX12" fmla="*/ 236196 w 472393"/>
                  <a:gd name="connsiteY12" fmla="*/ 472621 h 472621"/>
                  <a:gd name="connsiteX13" fmla="*/ 27084 w 472393"/>
                  <a:gd name="connsiteY13" fmla="*/ 256213 h 472621"/>
                  <a:gd name="connsiteX14" fmla="*/ 27399 w 472393"/>
                  <a:gd name="connsiteY14" fmla="*/ 256537 h 472621"/>
                  <a:gd name="connsiteX15" fmla="*/ 215994 w 472393"/>
                  <a:gd name="connsiteY15" fmla="*/ 445189 h 472621"/>
                  <a:gd name="connsiteX16" fmla="*/ 236196 w 472393"/>
                  <a:gd name="connsiteY16" fmla="*/ 453571 h 472621"/>
                  <a:gd name="connsiteX17" fmla="*/ 236196 w 472393"/>
                  <a:gd name="connsiteY17" fmla="*/ 453571 h 472621"/>
                  <a:gd name="connsiteX18" fmla="*/ 256399 w 472393"/>
                  <a:gd name="connsiteY18" fmla="*/ 445208 h 472621"/>
                  <a:gd name="connsiteX19" fmla="*/ 444994 w 472393"/>
                  <a:gd name="connsiteY19" fmla="*/ 256537 h 472621"/>
                  <a:gd name="connsiteX20" fmla="*/ 445017 w 472393"/>
                  <a:gd name="connsiteY20" fmla="*/ 216126 h 472621"/>
                  <a:gd name="connsiteX21" fmla="*/ 444994 w 472393"/>
                  <a:gd name="connsiteY21" fmla="*/ 216103 h 472621"/>
                  <a:gd name="connsiteX22" fmla="*/ 256399 w 472393"/>
                  <a:gd name="connsiteY22" fmla="*/ 27432 h 472621"/>
                  <a:gd name="connsiteX23" fmla="*/ 236196 w 472393"/>
                  <a:gd name="connsiteY23" fmla="*/ 19050 h 472621"/>
                  <a:gd name="connsiteX24" fmla="*/ 236196 w 472393"/>
                  <a:gd name="connsiteY24" fmla="*/ 19050 h 472621"/>
                  <a:gd name="connsiteX25" fmla="*/ 215994 w 472393"/>
                  <a:gd name="connsiteY25" fmla="*/ 27404 h 472621"/>
                  <a:gd name="connsiteX26" fmla="*/ 27399 w 472393"/>
                  <a:gd name="connsiteY26" fmla="*/ 216084 h 472621"/>
                  <a:gd name="connsiteX27" fmla="*/ 27084 w 472393"/>
                  <a:gd name="connsiteY27" fmla="*/ 256213 h 47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2393" h="472621">
                    <a:moveTo>
                      <a:pt x="236196" y="472621"/>
                    </a:moveTo>
                    <a:lnTo>
                      <a:pt x="236196" y="472621"/>
                    </a:lnTo>
                    <a:cubicBezTo>
                      <a:pt x="223556" y="472655"/>
                      <a:pt x="211427" y="467622"/>
                      <a:pt x="202525" y="458648"/>
                    </a:cubicBezTo>
                    <a:lnTo>
                      <a:pt x="13930" y="269977"/>
                    </a:lnTo>
                    <a:cubicBezTo>
                      <a:pt x="-4643" y="251361"/>
                      <a:pt x="-4643" y="221222"/>
                      <a:pt x="13930" y="202606"/>
                    </a:cubicBezTo>
                    <a:lnTo>
                      <a:pt x="202525" y="14011"/>
                    </a:lnTo>
                    <a:cubicBezTo>
                      <a:pt x="211425" y="5029"/>
                      <a:pt x="223551" y="-17"/>
                      <a:pt x="236196" y="0"/>
                    </a:cubicBezTo>
                    <a:lnTo>
                      <a:pt x="236196" y="0"/>
                    </a:lnTo>
                    <a:cubicBezTo>
                      <a:pt x="248835" y="-34"/>
                      <a:pt x="260961" y="4995"/>
                      <a:pt x="269867" y="13964"/>
                    </a:cubicBezTo>
                    <a:lnTo>
                      <a:pt x="458462" y="202635"/>
                    </a:lnTo>
                    <a:cubicBezTo>
                      <a:pt x="477038" y="221254"/>
                      <a:pt x="477038" y="251395"/>
                      <a:pt x="458462" y="270015"/>
                    </a:cubicBezTo>
                    <a:lnTo>
                      <a:pt x="269915" y="458658"/>
                    </a:lnTo>
                    <a:cubicBezTo>
                      <a:pt x="260994" y="467632"/>
                      <a:pt x="248850" y="472660"/>
                      <a:pt x="236196" y="472621"/>
                    </a:cubicBezTo>
                    <a:close/>
                    <a:moveTo>
                      <a:pt x="27084" y="256213"/>
                    </a:moveTo>
                    <a:lnTo>
                      <a:pt x="27399" y="256537"/>
                    </a:lnTo>
                    <a:lnTo>
                      <a:pt x="215994" y="445189"/>
                    </a:lnTo>
                    <a:cubicBezTo>
                      <a:pt x="221336" y="450573"/>
                      <a:pt x="228612" y="453591"/>
                      <a:pt x="236196" y="453571"/>
                    </a:cubicBezTo>
                    <a:lnTo>
                      <a:pt x="236196" y="453571"/>
                    </a:lnTo>
                    <a:cubicBezTo>
                      <a:pt x="243777" y="453594"/>
                      <a:pt x="251052" y="450583"/>
                      <a:pt x="256399" y="445208"/>
                    </a:cubicBezTo>
                    <a:lnTo>
                      <a:pt x="444994" y="256537"/>
                    </a:lnTo>
                    <a:cubicBezTo>
                      <a:pt x="456159" y="245384"/>
                      <a:pt x="456169" y="227291"/>
                      <a:pt x="445017" y="216126"/>
                    </a:cubicBezTo>
                    <a:cubicBezTo>
                      <a:pt x="445009" y="216119"/>
                      <a:pt x="445001" y="216111"/>
                      <a:pt x="444994" y="216103"/>
                    </a:cubicBezTo>
                    <a:lnTo>
                      <a:pt x="256399" y="27432"/>
                    </a:lnTo>
                    <a:cubicBezTo>
                      <a:pt x="251054" y="22052"/>
                      <a:pt x="243780" y="19034"/>
                      <a:pt x="236196" y="19050"/>
                    </a:cubicBezTo>
                    <a:lnTo>
                      <a:pt x="236196" y="19050"/>
                    </a:lnTo>
                    <a:cubicBezTo>
                      <a:pt x="228617" y="19028"/>
                      <a:pt x="221344" y="22035"/>
                      <a:pt x="215994" y="27404"/>
                    </a:cubicBezTo>
                    <a:lnTo>
                      <a:pt x="27399" y="216084"/>
                    </a:lnTo>
                    <a:cubicBezTo>
                      <a:pt x="16339" y="227125"/>
                      <a:pt x="16198" y="245001"/>
                      <a:pt x="27084" y="256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AA32EFD-46B9-5559-C3BE-550AEFED670A}"/>
                  </a:ext>
                </a:extLst>
              </p:cNvPr>
              <p:cNvSpPr/>
              <p:nvPr/>
            </p:nvSpPr>
            <p:spPr>
              <a:xfrm>
                <a:off x="640788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53FF49E-2327-1AC8-12FB-D392503C03E3}"/>
                  </a:ext>
                </a:extLst>
              </p:cNvPr>
              <p:cNvSpPr/>
              <p:nvPr/>
            </p:nvSpPr>
            <p:spPr>
              <a:xfrm>
                <a:off x="627453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FC3EA58-999B-BB54-A95F-B7B42D4E4EBA}"/>
                  </a:ext>
                </a:extLst>
              </p:cNvPr>
              <p:cNvSpPr/>
              <p:nvPr/>
            </p:nvSpPr>
            <p:spPr>
              <a:xfrm>
                <a:off x="6407906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BBB44D0-68C3-1674-9122-E43A75EAA36E}"/>
                  </a:ext>
                </a:extLst>
              </p:cNvPr>
              <p:cNvSpPr/>
              <p:nvPr/>
            </p:nvSpPr>
            <p:spPr>
              <a:xfrm>
                <a:off x="6274547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245277-3F37-2EE1-A62C-745CB453F049}"/>
                  </a:ext>
                </a:extLst>
              </p:cNvPr>
              <p:cNvSpPr/>
              <p:nvPr/>
            </p:nvSpPr>
            <p:spPr>
              <a:xfrm>
                <a:off x="640788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22B37F1-1A63-362A-3DB9-93F7DA9D97FF}"/>
                  </a:ext>
                </a:extLst>
              </p:cNvPr>
              <p:cNvSpPr/>
              <p:nvPr/>
            </p:nvSpPr>
            <p:spPr>
              <a:xfrm>
                <a:off x="627453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97D5E2B-7192-9D86-10BB-F23760F155D3}"/>
                  </a:ext>
                </a:extLst>
              </p:cNvPr>
              <p:cNvSpPr/>
              <p:nvPr/>
            </p:nvSpPr>
            <p:spPr>
              <a:xfrm>
                <a:off x="6635339" y="4112762"/>
                <a:ext cx="47625" cy="47625"/>
              </a:xfrm>
              <a:custGeom>
                <a:avLst/>
                <a:gdLst>
                  <a:gd name="connsiteX0" fmla="*/ 23817 w 47625"/>
                  <a:gd name="connsiteY0" fmla="*/ 47625 h 47625"/>
                  <a:gd name="connsiteX1" fmla="*/ 0 w 47625"/>
                  <a:gd name="connsiteY1" fmla="*/ 23817 h 47625"/>
                  <a:gd name="connsiteX2" fmla="*/ 23807 w 47625"/>
                  <a:gd name="connsiteY2" fmla="*/ 0 h 47625"/>
                  <a:gd name="connsiteX3" fmla="*/ 47625 w 47625"/>
                  <a:gd name="connsiteY3" fmla="*/ 23808 h 47625"/>
                  <a:gd name="connsiteX4" fmla="*/ 40667 w 47625"/>
                  <a:gd name="connsiteY4" fmla="*/ 40634 h 47625"/>
                  <a:gd name="connsiteX5" fmla="*/ 23817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8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1" y="45124"/>
                      <a:pt x="30143" y="47641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AAF72E7-077C-2D2C-4B93-F37529C2E174}"/>
                  </a:ext>
                </a:extLst>
              </p:cNvPr>
              <p:cNvSpPr/>
              <p:nvPr/>
            </p:nvSpPr>
            <p:spPr>
              <a:xfrm>
                <a:off x="6702691" y="4045392"/>
                <a:ext cx="47625" cy="47625"/>
              </a:xfrm>
              <a:custGeom>
                <a:avLst/>
                <a:gdLst>
                  <a:gd name="connsiteX0" fmla="*/ 23808 w 47625"/>
                  <a:gd name="connsiteY0" fmla="*/ 47625 h 47625"/>
                  <a:gd name="connsiteX1" fmla="*/ 0 w 47625"/>
                  <a:gd name="connsiteY1" fmla="*/ 23808 h 47625"/>
                  <a:gd name="connsiteX2" fmla="*/ 23816 w 47625"/>
                  <a:gd name="connsiteY2" fmla="*/ 0 h 47625"/>
                  <a:gd name="connsiteX3" fmla="*/ 47625 w 47625"/>
                  <a:gd name="connsiteY3" fmla="*/ 23817 h 47625"/>
                  <a:gd name="connsiteX4" fmla="*/ 40657 w 47625"/>
                  <a:gd name="connsiteY4" fmla="*/ 40643 h 47625"/>
                  <a:gd name="connsiteX5" fmla="*/ 23808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08" y="47625"/>
                    </a:moveTo>
                    <a:cubicBezTo>
                      <a:pt x="10657" y="47622"/>
                      <a:pt x="-3" y="36960"/>
                      <a:pt x="0" y="23808"/>
                    </a:cubicBezTo>
                    <a:cubicBezTo>
                      <a:pt x="2" y="10657"/>
                      <a:pt x="10665" y="-3"/>
                      <a:pt x="23816" y="0"/>
                    </a:cubicBezTo>
                    <a:cubicBezTo>
                      <a:pt x="36967" y="3"/>
                      <a:pt x="47627" y="10666"/>
                      <a:pt x="47625" y="23817"/>
                    </a:cubicBezTo>
                    <a:cubicBezTo>
                      <a:pt x="47623" y="30128"/>
                      <a:pt x="45118" y="36179"/>
                      <a:pt x="40657" y="40643"/>
                    </a:cubicBezTo>
                    <a:cubicBezTo>
                      <a:pt x="36201" y="45130"/>
                      <a:pt x="30132" y="47645"/>
                      <a:pt x="2380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8B809C3-697F-2A99-88D6-AED6A6EAC801}"/>
                  </a:ext>
                </a:extLst>
              </p:cNvPr>
              <p:cNvSpPr/>
              <p:nvPr/>
            </p:nvSpPr>
            <p:spPr>
              <a:xfrm>
                <a:off x="6541061" y="4018436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677E323-6A90-37F5-ED87-AA99DA1D5FDB}"/>
                  </a:ext>
                </a:extLst>
              </p:cNvPr>
              <p:cNvSpPr/>
              <p:nvPr/>
            </p:nvSpPr>
            <p:spPr>
              <a:xfrm>
                <a:off x="6770051" y="3978060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457015D-35C9-EF2F-3551-D94447AD5D36}"/>
                  </a:ext>
                </a:extLst>
              </p:cNvPr>
              <p:cNvSpPr/>
              <p:nvPr/>
            </p:nvSpPr>
            <p:spPr>
              <a:xfrm>
                <a:off x="6608451" y="3951075"/>
                <a:ext cx="47624" cy="47625"/>
              </a:xfrm>
              <a:custGeom>
                <a:avLst/>
                <a:gdLst>
                  <a:gd name="connsiteX0" fmla="*/ 23788 w 47624"/>
                  <a:gd name="connsiteY0" fmla="*/ 47625 h 47625"/>
                  <a:gd name="connsiteX1" fmla="*/ 6976 w 47624"/>
                  <a:gd name="connsiteY1" fmla="*/ 40653 h 47625"/>
                  <a:gd name="connsiteX2" fmla="*/ 6972 w 47624"/>
                  <a:gd name="connsiteY2" fmla="*/ 6977 h 47625"/>
                  <a:gd name="connsiteX3" fmla="*/ 40648 w 47624"/>
                  <a:gd name="connsiteY3" fmla="*/ 6972 h 47625"/>
                  <a:gd name="connsiteX4" fmla="*/ 40652 w 47624"/>
                  <a:gd name="connsiteY4" fmla="*/ 40648 h 47625"/>
                  <a:gd name="connsiteX5" fmla="*/ 23788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8" y="47625"/>
                    </a:moveTo>
                    <a:cubicBezTo>
                      <a:pt x="17477" y="47643"/>
                      <a:pt x="11423" y="45131"/>
                      <a:pt x="6976" y="40653"/>
                    </a:cubicBezTo>
                    <a:cubicBezTo>
                      <a:pt x="-2324" y="31355"/>
                      <a:pt x="-2326" y="16277"/>
                      <a:pt x="6972" y="6977"/>
                    </a:cubicBezTo>
                    <a:cubicBezTo>
                      <a:pt x="16270" y="-2324"/>
                      <a:pt x="31347" y="-2326"/>
                      <a:pt x="40648" y="6972"/>
                    </a:cubicBezTo>
                    <a:cubicBezTo>
                      <a:pt x="49948" y="16271"/>
                      <a:pt x="49950" y="31348"/>
                      <a:pt x="40652" y="40648"/>
                    </a:cubicBezTo>
                    <a:cubicBezTo>
                      <a:pt x="36181" y="45121"/>
                      <a:pt x="30113" y="47632"/>
                      <a:pt x="2378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9B41256F-FA71-D182-BA69-A3929639C048}"/>
                  </a:ext>
                </a:extLst>
              </p:cNvPr>
              <p:cNvSpPr/>
              <p:nvPr/>
            </p:nvSpPr>
            <p:spPr>
              <a:xfrm>
                <a:off x="6675773" y="3883762"/>
                <a:ext cx="47624" cy="47625"/>
              </a:xfrm>
              <a:custGeom>
                <a:avLst/>
                <a:gdLst>
                  <a:gd name="connsiteX0" fmla="*/ 23817 w 47624"/>
                  <a:gd name="connsiteY0" fmla="*/ 47625 h 47625"/>
                  <a:gd name="connsiteX1" fmla="*/ 0 w 47624"/>
                  <a:gd name="connsiteY1" fmla="*/ 23817 h 47625"/>
                  <a:gd name="connsiteX2" fmla="*/ 23807 w 47624"/>
                  <a:gd name="connsiteY2" fmla="*/ 0 h 47625"/>
                  <a:gd name="connsiteX3" fmla="*/ 47625 w 47624"/>
                  <a:gd name="connsiteY3" fmla="*/ 23808 h 47625"/>
                  <a:gd name="connsiteX4" fmla="*/ 40667 w 47624"/>
                  <a:gd name="connsiteY4" fmla="*/ 40634 h 47625"/>
                  <a:gd name="connsiteX5" fmla="*/ 23817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9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2" y="45126"/>
                      <a:pt x="30143" y="47644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4517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149D-5DA2-3F88-9789-057B1C9B4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8A1D46-BC3C-B14A-180A-4E1818F4AA86}"/>
              </a:ext>
            </a:extLst>
          </p:cNvPr>
          <p:cNvSpPr/>
          <p:nvPr/>
        </p:nvSpPr>
        <p:spPr>
          <a:xfrm>
            <a:off x="6780551" y="427703"/>
            <a:ext cx="5411449" cy="3410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E8DA1AF-7CC2-EF23-2C82-7BC8AC763BE6}"/>
              </a:ext>
            </a:extLst>
          </p:cNvPr>
          <p:cNvSpPr/>
          <p:nvPr/>
        </p:nvSpPr>
        <p:spPr>
          <a:xfrm>
            <a:off x="6780550" y="3644278"/>
            <a:ext cx="5411449" cy="2816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CFDF33D-9F52-C027-E8E3-D9E405266C83}"/>
              </a:ext>
            </a:extLst>
          </p:cNvPr>
          <p:cNvSpPr/>
          <p:nvPr/>
        </p:nvSpPr>
        <p:spPr>
          <a:xfrm>
            <a:off x="-16412" y="427703"/>
            <a:ext cx="8555971" cy="6033393"/>
          </a:xfrm>
          <a:custGeom>
            <a:avLst/>
            <a:gdLst>
              <a:gd name="connsiteX0" fmla="*/ 0 w 8555971"/>
              <a:gd name="connsiteY0" fmla="*/ 0 h 3477719"/>
              <a:gd name="connsiteX1" fmla="*/ 8432733 w 8555971"/>
              <a:gd name="connsiteY1" fmla="*/ 0 h 3477719"/>
              <a:gd name="connsiteX2" fmla="*/ 8046617 w 8555971"/>
              <a:gd name="connsiteY2" fmla="*/ 1666023 h 3477719"/>
              <a:gd name="connsiteX3" fmla="*/ 8046263 w 8555971"/>
              <a:gd name="connsiteY3" fmla="*/ 1666928 h 3477719"/>
              <a:gd name="connsiteX4" fmla="*/ 8046395 w 8555971"/>
              <a:gd name="connsiteY4" fmla="*/ 1666980 h 3477719"/>
              <a:gd name="connsiteX5" fmla="*/ 8046264 w 8555971"/>
              <a:gd name="connsiteY5" fmla="*/ 1667543 h 3477719"/>
              <a:gd name="connsiteX6" fmla="*/ 8050141 w 8555971"/>
              <a:gd name="connsiteY6" fmla="*/ 1668442 h 3477719"/>
              <a:gd name="connsiteX7" fmla="*/ 8555971 w 8555971"/>
              <a:gd name="connsiteY7" fmla="*/ 1865864 h 3477719"/>
              <a:gd name="connsiteX8" fmla="*/ 8182409 w 8555971"/>
              <a:gd name="connsiteY8" fmla="*/ 3477719 h 3477719"/>
              <a:gd name="connsiteX9" fmla="*/ 0 w 8555971"/>
              <a:gd name="connsiteY9" fmla="*/ 3477719 h 3477719"/>
              <a:gd name="connsiteX10" fmla="*/ 0 w 8555971"/>
              <a:gd name="connsiteY10" fmla="*/ 0 h 347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55971" h="3477719">
                <a:moveTo>
                  <a:pt x="0" y="0"/>
                </a:moveTo>
                <a:lnTo>
                  <a:pt x="8432733" y="0"/>
                </a:lnTo>
                <a:lnTo>
                  <a:pt x="8046617" y="1666023"/>
                </a:lnTo>
                <a:lnTo>
                  <a:pt x="8046263" y="1666928"/>
                </a:lnTo>
                <a:lnTo>
                  <a:pt x="8046395" y="1666980"/>
                </a:lnTo>
                <a:lnTo>
                  <a:pt x="8046264" y="1667543"/>
                </a:lnTo>
                <a:lnTo>
                  <a:pt x="8050141" y="1668442"/>
                </a:lnTo>
                <a:lnTo>
                  <a:pt x="8555971" y="1865864"/>
                </a:lnTo>
                <a:lnTo>
                  <a:pt x="8182409" y="3477719"/>
                </a:lnTo>
                <a:lnTo>
                  <a:pt x="0" y="347771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12" name="Graphic 51" descr="Comment Important outline">
            <a:extLst>
              <a:ext uri="{FF2B5EF4-FFF2-40B4-BE49-F238E27FC236}">
                <a16:creationId xmlns:a16="http://schemas.microsoft.com/office/drawing/2014/main" id="{6BD16771-6958-61ED-ECF8-47E333CCD4CE}"/>
              </a:ext>
            </a:extLst>
          </p:cNvPr>
          <p:cNvGrpSpPr/>
          <p:nvPr/>
        </p:nvGrpSpPr>
        <p:grpSpPr>
          <a:xfrm>
            <a:off x="10026650" y="2609011"/>
            <a:ext cx="642266" cy="411843"/>
            <a:chOff x="6613898" y="1060888"/>
            <a:chExt cx="647703" cy="590664"/>
          </a:xfrm>
          <a:solidFill>
            <a:schemeClr val="bg1">
              <a:lumMod val="7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6B9A552-E6B8-0A62-1AA3-AFCDCC31B1B8}"/>
                </a:ext>
              </a:extLst>
            </p:cNvPr>
            <p:cNvSpPr/>
            <p:nvPr/>
          </p:nvSpPr>
          <p:spPr>
            <a:xfrm>
              <a:off x="6613898" y="1060888"/>
              <a:ext cx="647703" cy="590664"/>
            </a:xfrm>
            <a:custGeom>
              <a:avLst/>
              <a:gdLst>
                <a:gd name="connsiteX0" fmla="*/ 615316 w 647703"/>
                <a:gd name="connsiteY0" fmla="*/ 0 h 590664"/>
                <a:gd name="connsiteX1" fmla="*/ 32386 w 647703"/>
                <a:gd name="connsiteY1" fmla="*/ 0 h 590664"/>
                <a:gd name="connsiteX2" fmla="*/ 1 w 647703"/>
                <a:gd name="connsiteY2" fmla="*/ 32385 h 590664"/>
                <a:gd name="connsiteX3" fmla="*/ 1 w 647703"/>
                <a:gd name="connsiteY3" fmla="*/ 425882 h 590664"/>
                <a:gd name="connsiteX4" fmla="*/ 31851 w 647703"/>
                <a:gd name="connsiteY4" fmla="*/ 458267 h 590664"/>
                <a:gd name="connsiteX5" fmla="*/ 32386 w 647703"/>
                <a:gd name="connsiteY5" fmla="*/ 458267 h 590664"/>
                <a:gd name="connsiteX6" fmla="*/ 388621 w 647703"/>
                <a:gd name="connsiteY6" fmla="*/ 458267 h 590664"/>
                <a:gd name="connsiteX7" fmla="*/ 518161 w 647703"/>
                <a:gd name="connsiteY7" fmla="*/ 590664 h 590664"/>
                <a:gd name="connsiteX8" fmla="*/ 518161 w 647703"/>
                <a:gd name="connsiteY8" fmla="*/ 459219 h 590664"/>
                <a:gd name="connsiteX9" fmla="*/ 615316 w 647703"/>
                <a:gd name="connsiteY9" fmla="*/ 459219 h 590664"/>
                <a:gd name="connsiteX10" fmla="*/ 647701 w 647703"/>
                <a:gd name="connsiteY10" fmla="*/ 426834 h 590664"/>
                <a:gd name="connsiteX11" fmla="*/ 647701 w 647703"/>
                <a:gd name="connsiteY11" fmla="*/ 33347 h 590664"/>
                <a:gd name="connsiteX12" fmla="*/ 615316 w 647703"/>
                <a:gd name="connsiteY12" fmla="*/ 0 h 590664"/>
                <a:gd name="connsiteX13" fmla="*/ 628651 w 647703"/>
                <a:gd name="connsiteY13" fmla="*/ 426834 h 590664"/>
                <a:gd name="connsiteX14" fmla="*/ 615316 w 647703"/>
                <a:gd name="connsiteY14" fmla="*/ 440169 h 590664"/>
                <a:gd name="connsiteX15" fmla="*/ 499111 w 647703"/>
                <a:gd name="connsiteY15" fmla="*/ 440169 h 590664"/>
                <a:gd name="connsiteX16" fmla="*/ 499111 w 647703"/>
                <a:gd name="connsiteY16" fmla="*/ 543992 h 590664"/>
                <a:gd name="connsiteX17" fmla="*/ 402261 w 647703"/>
                <a:gd name="connsiteY17" fmla="*/ 444960 h 590664"/>
                <a:gd name="connsiteX18" fmla="*/ 396651 w 647703"/>
                <a:gd name="connsiteY18" fmla="*/ 439245 h 590664"/>
                <a:gd name="connsiteX19" fmla="*/ 32386 w 647703"/>
                <a:gd name="connsiteY19" fmla="*/ 439245 h 590664"/>
                <a:gd name="connsiteX20" fmla="*/ 19051 w 647703"/>
                <a:gd name="connsiteY20" fmla="*/ 426489 h 590664"/>
                <a:gd name="connsiteX21" fmla="*/ 19051 w 647703"/>
                <a:gd name="connsiteY21" fmla="*/ 425910 h 590664"/>
                <a:gd name="connsiteX22" fmla="*/ 19051 w 647703"/>
                <a:gd name="connsiteY22" fmla="*/ 32395 h 590664"/>
                <a:gd name="connsiteX23" fmla="*/ 32386 w 647703"/>
                <a:gd name="connsiteY23" fmla="*/ 19060 h 590664"/>
                <a:gd name="connsiteX24" fmla="*/ 615316 w 647703"/>
                <a:gd name="connsiteY24" fmla="*/ 19060 h 590664"/>
                <a:gd name="connsiteX25" fmla="*/ 628651 w 647703"/>
                <a:gd name="connsiteY25" fmla="*/ 33347 h 59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7703" h="590664">
                  <a:moveTo>
                    <a:pt x="615316" y="0"/>
                  </a:moveTo>
                  <a:lnTo>
                    <a:pt x="32386" y="0"/>
                  </a:lnTo>
                  <a:cubicBezTo>
                    <a:pt x="14578" y="186"/>
                    <a:pt x="187" y="14577"/>
                    <a:pt x="1" y="32385"/>
                  </a:cubicBezTo>
                  <a:lnTo>
                    <a:pt x="1" y="425882"/>
                  </a:lnTo>
                  <a:cubicBezTo>
                    <a:pt x="-147" y="443619"/>
                    <a:pt x="14112" y="458119"/>
                    <a:pt x="31851" y="458267"/>
                  </a:cubicBezTo>
                  <a:cubicBezTo>
                    <a:pt x="32029" y="458268"/>
                    <a:pt x="32208" y="458268"/>
                    <a:pt x="32386" y="458267"/>
                  </a:cubicBezTo>
                  <a:lnTo>
                    <a:pt x="388621" y="458267"/>
                  </a:lnTo>
                  <a:lnTo>
                    <a:pt x="518161" y="590664"/>
                  </a:lnTo>
                  <a:lnTo>
                    <a:pt x="518161" y="459219"/>
                  </a:lnTo>
                  <a:lnTo>
                    <a:pt x="615316" y="459219"/>
                  </a:lnTo>
                  <a:cubicBezTo>
                    <a:pt x="633124" y="459034"/>
                    <a:pt x="647515" y="444642"/>
                    <a:pt x="647701" y="426834"/>
                  </a:cubicBezTo>
                  <a:lnTo>
                    <a:pt x="647701" y="33347"/>
                  </a:lnTo>
                  <a:cubicBezTo>
                    <a:pt x="647929" y="15210"/>
                    <a:pt x="633452" y="303"/>
                    <a:pt x="615316" y="0"/>
                  </a:cubicBezTo>
                  <a:close/>
                  <a:moveTo>
                    <a:pt x="628651" y="426834"/>
                  </a:moveTo>
                  <a:cubicBezTo>
                    <a:pt x="628461" y="434119"/>
                    <a:pt x="622601" y="439979"/>
                    <a:pt x="615316" y="440169"/>
                  </a:cubicBezTo>
                  <a:lnTo>
                    <a:pt x="499111" y="440169"/>
                  </a:lnTo>
                  <a:lnTo>
                    <a:pt x="499111" y="543992"/>
                  </a:lnTo>
                  <a:lnTo>
                    <a:pt x="402261" y="444960"/>
                  </a:lnTo>
                  <a:lnTo>
                    <a:pt x="396651" y="439245"/>
                  </a:lnTo>
                  <a:lnTo>
                    <a:pt x="32386" y="439245"/>
                  </a:lnTo>
                  <a:cubicBezTo>
                    <a:pt x="25181" y="439405"/>
                    <a:pt x="19211" y="433693"/>
                    <a:pt x="19051" y="426489"/>
                  </a:cubicBezTo>
                  <a:cubicBezTo>
                    <a:pt x="19047" y="426295"/>
                    <a:pt x="19047" y="426103"/>
                    <a:pt x="19051" y="425910"/>
                  </a:cubicBezTo>
                  <a:lnTo>
                    <a:pt x="19051" y="32395"/>
                  </a:lnTo>
                  <a:cubicBezTo>
                    <a:pt x="19242" y="25110"/>
                    <a:pt x="25101" y="19250"/>
                    <a:pt x="32386" y="19060"/>
                  </a:cubicBezTo>
                  <a:lnTo>
                    <a:pt x="615316" y="19060"/>
                  </a:lnTo>
                  <a:cubicBezTo>
                    <a:pt x="622934" y="19344"/>
                    <a:pt x="628892" y="25728"/>
                    <a:pt x="628651" y="33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2901CB6-8640-F77E-9F80-73A6AC252174}"/>
                </a:ext>
              </a:extLst>
            </p:cNvPr>
            <p:cNvSpPr/>
            <p:nvPr/>
          </p:nvSpPr>
          <p:spPr>
            <a:xfrm>
              <a:off x="6927043" y="1156091"/>
              <a:ext cx="21431" cy="200025"/>
            </a:xfrm>
            <a:custGeom>
              <a:avLst/>
              <a:gdLst>
                <a:gd name="connsiteX0" fmla="*/ 0 w 21431"/>
                <a:gd name="connsiteY0" fmla="*/ 0 h 200025"/>
                <a:gd name="connsiteX1" fmla="*/ 21431 w 21431"/>
                <a:gd name="connsiteY1" fmla="*/ 0 h 200025"/>
                <a:gd name="connsiteX2" fmla="*/ 21431 w 21431"/>
                <a:gd name="connsiteY2" fmla="*/ 200025 h 200025"/>
                <a:gd name="connsiteX3" fmla="*/ 0 w 21431"/>
                <a:gd name="connsiteY3" fmla="*/ 20002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1" h="200025">
                  <a:moveTo>
                    <a:pt x="0" y="0"/>
                  </a:moveTo>
                  <a:lnTo>
                    <a:pt x="21431" y="0"/>
                  </a:lnTo>
                  <a:lnTo>
                    <a:pt x="21431" y="200025"/>
                  </a:lnTo>
                  <a:lnTo>
                    <a:pt x="0" y="2000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7D0FA47-AA31-6E41-7EF1-6CDFEACE690A}"/>
                </a:ext>
              </a:extLst>
            </p:cNvPr>
            <p:cNvSpPr/>
            <p:nvPr/>
          </p:nvSpPr>
          <p:spPr>
            <a:xfrm>
              <a:off x="6918700" y="138707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4" name="Graphic 47" descr="Envelope outline">
            <a:extLst>
              <a:ext uri="{FF2B5EF4-FFF2-40B4-BE49-F238E27FC236}">
                <a16:creationId xmlns:a16="http://schemas.microsoft.com/office/drawing/2014/main" id="{437B35C3-578B-0251-54B3-481829090ECC}"/>
              </a:ext>
            </a:extLst>
          </p:cNvPr>
          <p:cNvSpPr/>
          <p:nvPr/>
        </p:nvSpPr>
        <p:spPr>
          <a:xfrm>
            <a:off x="11046674" y="1391912"/>
            <a:ext cx="534213" cy="325767"/>
          </a:xfrm>
          <a:custGeom>
            <a:avLst/>
            <a:gdLst>
              <a:gd name="connsiteX0" fmla="*/ 0 w 723900"/>
              <a:gd name="connsiteY0" fmla="*/ 0 h 514350"/>
              <a:gd name="connsiteX1" fmla="*/ 0 w 723900"/>
              <a:gd name="connsiteY1" fmla="*/ 514350 h 514350"/>
              <a:gd name="connsiteX2" fmla="*/ 723900 w 723900"/>
              <a:gd name="connsiteY2" fmla="*/ 514350 h 514350"/>
              <a:gd name="connsiteX3" fmla="*/ 723900 w 723900"/>
              <a:gd name="connsiteY3" fmla="*/ 0 h 514350"/>
              <a:gd name="connsiteX4" fmla="*/ 382162 w 723900"/>
              <a:gd name="connsiteY4" fmla="*/ 328270 h 514350"/>
              <a:gd name="connsiteX5" fmla="*/ 341738 w 723900"/>
              <a:gd name="connsiteY5" fmla="*/ 328270 h 514350"/>
              <a:gd name="connsiteX6" fmla="*/ 32680 w 723900"/>
              <a:gd name="connsiteY6" fmla="*/ 19212 h 514350"/>
              <a:gd name="connsiteX7" fmla="*/ 32681 w 723900"/>
              <a:gd name="connsiteY7" fmla="*/ 19078 h 514350"/>
              <a:gd name="connsiteX8" fmla="*/ 32747 w 723900"/>
              <a:gd name="connsiteY8" fmla="*/ 19050 h 514350"/>
              <a:gd name="connsiteX9" fmla="*/ 691153 w 723900"/>
              <a:gd name="connsiteY9" fmla="*/ 19050 h 514350"/>
              <a:gd name="connsiteX10" fmla="*/ 691247 w 723900"/>
              <a:gd name="connsiteY10" fmla="*/ 19146 h 514350"/>
              <a:gd name="connsiteX11" fmla="*/ 691220 w 723900"/>
              <a:gd name="connsiteY11" fmla="*/ 19212 h 514350"/>
              <a:gd name="connsiteX12" fmla="*/ 243707 w 723900"/>
              <a:gd name="connsiteY12" fmla="*/ 257175 h 514350"/>
              <a:gd name="connsiteX13" fmla="*/ 19212 w 723900"/>
              <a:gd name="connsiteY13" fmla="*/ 481670 h 514350"/>
              <a:gd name="connsiteX14" fmla="*/ 19078 w 723900"/>
              <a:gd name="connsiteY14" fmla="*/ 481669 h 514350"/>
              <a:gd name="connsiteX15" fmla="*/ 19050 w 723900"/>
              <a:gd name="connsiteY15" fmla="*/ 481603 h 514350"/>
              <a:gd name="connsiteX16" fmla="*/ 19050 w 723900"/>
              <a:gd name="connsiteY16" fmla="*/ 32747 h 514350"/>
              <a:gd name="connsiteX17" fmla="*/ 19146 w 723900"/>
              <a:gd name="connsiteY17" fmla="*/ 32653 h 514350"/>
              <a:gd name="connsiteX18" fmla="*/ 19212 w 723900"/>
              <a:gd name="connsiteY18" fmla="*/ 32680 h 514350"/>
              <a:gd name="connsiteX19" fmla="*/ 257175 w 723900"/>
              <a:gd name="connsiteY19" fmla="*/ 270643 h 514350"/>
              <a:gd name="connsiteX20" fmla="*/ 328270 w 723900"/>
              <a:gd name="connsiteY20" fmla="*/ 341738 h 514350"/>
              <a:gd name="connsiteX21" fmla="*/ 395622 w 723900"/>
              <a:gd name="connsiteY21" fmla="*/ 341747 h 514350"/>
              <a:gd name="connsiteX22" fmla="*/ 395630 w 723900"/>
              <a:gd name="connsiteY22" fmla="*/ 341738 h 514350"/>
              <a:gd name="connsiteX23" fmla="*/ 466725 w 723900"/>
              <a:gd name="connsiteY23" fmla="*/ 270643 h 514350"/>
              <a:gd name="connsiteX24" fmla="*/ 691220 w 723900"/>
              <a:gd name="connsiteY24" fmla="*/ 495138 h 514350"/>
              <a:gd name="connsiteX25" fmla="*/ 691219 w 723900"/>
              <a:gd name="connsiteY25" fmla="*/ 495272 h 514350"/>
              <a:gd name="connsiteX26" fmla="*/ 691153 w 723900"/>
              <a:gd name="connsiteY26" fmla="*/ 495300 h 514350"/>
              <a:gd name="connsiteX27" fmla="*/ 32747 w 723900"/>
              <a:gd name="connsiteY27" fmla="*/ 495300 h 514350"/>
              <a:gd name="connsiteX28" fmla="*/ 32653 w 723900"/>
              <a:gd name="connsiteY28" fmla="*/ 495204 h 514350"/>
              <a:gd name="connsiteX29" fmla="*/ 32680 w 723900"/>
              <a:gd name="connsiteY29" fmla="*/ 495138 h 514350"/>
              <a:gd name="connsiteX30" fmla="*/ 480193 w 723900"/>
              <a:gd name="connsiteY30" fmla="*/ 257175 h 514350"/>
              <a:gd name="connsiteX31" fmla="*/ 704688 w 723900"/>
              <a:gd name="connsiteY31" fmla="*/ 32680 h 514350"/>
              <a:gd name="connsiteX32" fmla="*/ 704822 w 723900"/>
              <a:gd name="connsiteY32" fmla="*/ 32681 h 514350"/>
              <a:gd name="connsiteX33" fmla="*/ 704850 w 723900"/>
              <a:gd name="connsiteY33" fmla="*/ 32747 h 514350"/>
              <a:gd name="connsiteX34" fmla="*/ 704850 w 723900"/>
              <a:gd name="connsiteY34" fmla="*/ 481603 h 514350"/>
              <a:gd name="connsiteX35" fmla="*/ 704754 w 723900"/>
              <a:gd name="connsiteY35" fmla="*/ 481697 h 514350"/>
              <a:gd name="connsiteX36" fmla="*/ 704688 w 723900"/>
              <a:gd name="connsiteY36" fmla="*/ 48167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23900" h="514350">
                <a:moveTo>
                  <a:pt x="0" y="0"/>
                </a:moveTo>
                <a:lnTo>
                  <a:pt x="0" y="514350"/>
                </a:lnTo>
                <a:lnTo>
                  <a:pt x="723900" y="514350"/>
                </a:lnTo>
                <a:lnTo>
                  <a:pt x="723900" y="0"/>
                </a:lnTo>
                <a:close/>
                <a:moveTo>
                  <a:pt x="382162" y="328270"/>
                </a:moveTo>
                <a:cubicBezTo>
                  <a:pt x="370980" y="339385"/>
                  <a:pt x="352920" y="339385"/>
                  <a:pt x="341738" y="328270"/>
                </a:cubicBezTo>
                <a:lnTo>
                  <a:pt x="32680" y="19212"/>
                </a:lnTo>
                <a:cubicBezTo>
                  <a:pt x="32643" y="19175"/>
                  <a:pt x="32644" y="19114"/>
                  <a:pt x="32681" y="19078"/>
                </a:cubicBezTo>
                <a:cubicBezTo>
                  <a:pt x="32699" y="19060"/>
                  <a:pt x="32722" y="19050"/>
                  <a:pt x="32747" y="19050"/>
                </a:cubicBezTo>
                <a:lnTo>
                  <a:pt x="691153" y="19050"/>
                </a:lnTo>
                <a:cubicBezTo>
                  <a:pt x="691205" y="19051"/>
                  <a:pt x="691247" y="19094"/>
                  <a:pt x="691247" y="19146"/>
                </a:cubicBezTo>
                <a:cubicBezTo>
                  <a:pt x="691246" y="19171"/>
                  <a:pt x="691237" y="19195"/>
                  <a:pt x="691220" y="19212"/>
                </a:cubicBezTo>
                <a:close/>
                <a:moveTo>
                  <a:pt x="243707" y="257175"/>
                </a:moveTo>
                <a:lnTo>
                  <a:pt x="19212" y="481670"/>
                </a:lnTo>
                <a:cubicBezTo>
                  <a:pt x="19175" y="481707"/>
                  <a:pt x="19114" y="481706"/>
                  <a:pt x="19078" y="481669"/>
                </a:cubicBezTo>
                <a:cubicBezTo>
                  <a:pt x="19060" y="481651"/>
                  <a:pt x="19050" y="481628"/>
                  <a:pt x="19050" y="481603"/>
                </a:cubicBezTo>
                <a:lnTo>
                  <a:pt x="19050" y="32747"/>
                </a:lnTo>
                <a:cubicBezTo>
                  <a:pt x="19051" y="32695"/>
                  <a:pt x="19094" y="32653"/>
                  <a:pt x="19146" y="32653"/>
                </a:cubicBezTo>
                <a:cubicBezTo>
                  <a:pt x="19171" y="32654"/>
                  <a:pt x="19195" y="32663"/>
                  <a:pt x="19212" y="32680"/>
                </a:cubicBezTo>
                <a:close/>
                <a:moveTo>
                  <a:pt x="257175" y="270643"/>
                </a:moveTo>
                <a:lnTo>
                  <a:pt x="328270" y="341738"/>
                </a:lnTo>
                <a:cubicBezTo>
                  <a:pt x="346866" y="360339"/>
                  <a:pt x="377020" y="360343"/>
                  <a:pt x="395622" y="341747"/>
                </a:cubicBezTo>
                <a:cubicBezTo>
                  <a:pt x="395625" y="341744"/>
                  <a:pt x="395628" y="341741"/>
                  <a:pt x="395630" y="341738"/>
                </a:cubicBezTo>
                <a:lnTo>
                  <a:pt x="466725" y="270643"/>
                </a:lnTo>
                <a:lnTo>
                  <a:pt x="691220" y="495138"/>
                </a:lnTo>
                <a:cubicBezTo>
                  <a:pt x="691257" y="495175"/>
                  <a:pt x="691256" y="495236"/>
                  <a:pt x="691219" y="495272"/>
                </a:cubicBezTo>
                <a:cubicBezTo>
                  <a:pt x="691201" y="495290"/>
                  <a:pt x="691178" y="495300"/>
                  <a:pt x="691153" y="495300"/>
                </a:cubicBezTo>
                <a:lnTo>
                  <a:pt x="32747" y="495300"/>
                </a:lnTo>
                <a:cubicBezTo>
                  <a:pt x="32695" y="495299"/>
                  <a:pt x="32653" y="495256"/>
                  <a:pt x="32653" y="495204"/>
                </a:cubicBezTo>
                <a:cubicBezTo>
                  <a:pt x="32654" y="495179"/>
                  <a:pt x="32663" y="495155"/>
                  <a:pt x="32680" y="495138"/>
                </a:cubicBezTo>
                <a:close/>
                <a:moveTo>
                  <a:pt x="480193" y="257175"/>
                </a:moveTo>
                <a:lnTo>
                  <a:pt x="704688" y="32680"/>
                </a:lnTo>
                <a:cubicBezTo>
                  <a:pt x="704725" y="32643"/>
                  <a:pt x="704786" y="32644"/>
                  <a:pt x="704822" y="32681"/>
                </a:cubicBezTo>
                <a:cubicBezTo>
                  <a:pt x="704840" y="32699"/>
                  <a:pt x="704850" y="32722"/>
                  <a:pt x="704850" y="32747"/>
                </a:cubicBezTo>
                <a:lnTo>
                  <a:pt x="704850" y="481603"/>
                </a:lnTo>
                <a:cubicBezTo>
                  <a:pt x="704849" y="481655"/>
                  <a:pt x="704806" y="481697"/>
                  <a:pt x="704754" y="481697"/>
                </a:cubicBezTo>
                <a:cubicBezTo>
                  <a:pt x="704729" y="481696"/>
                  <a:pt x="704705" y="481687"/>
                  <a:pt x="704688" y="48167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26" name="Graphic 55" descr="Bar graph with downward trend outline">
            <a:extLst>
              <a:ext uri="{FF2B5EF4-FFF2-40B4-BE49-F238E27FC236}">
                <a16:creationId xmlns:a16="http://schemas.microsoft.com/office/drawing/2014/main" id="{8FF07443-3127-743A-F7FB-987F5E54C8D1}"/>
              </a:ext>
            </a:extLst>
          </p:cNvPr>
          <p:cNvGrpSpPr/>
          <p:nvPr/>
        </p:nvGrpSpPr>
        <p:grpSpPr>
          <a:xfrm>
            <a:off x="9267385" y="1270534"/>
            <a:ext cx="504490" cy="511769"/>
            <a:chOff x="6904375" y="1341791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B85C835-9841-32B9-B3D9-845D62525C34}"/>
                </a:ext>
              </a:extLst>
            </p:cNvPr>
            <p:cNvSpPr/>
            <p:nvPr/>
          </p:nvSpPr>
          <p:spPr>
            <a:xfrm>
              <a:off x="6904375" y="1341791"/>
              <a:ext cx="647414" cy="647700"/>
            </a:xfrm>
            <a:custGeom>
              <a:avLst/>
              <a:gdLst>
                <a:gd name="connsiteX0" fmla="*/ 19050 w 647414"/>
                <a:gd name="connsiteY0" fmla="*/ 0 h 647700"/>
                <a:gd name="connsiteX1" fmla="*/ 0 w 647414"/>
                <a:gd name="connsiteY1" fmla="*/ 0 h 647700"/>
                <a:gd name="connsiteX2" fmla="*/ 0 w 647414"/>
                <a:gd name="connsiteY2" fmla="*/ 647700 h 647700"/>
                <a:gd name="connsiteX3" fmla="*/ 647414 w 647414"/>
                <a:gd name="connsiteY3" fmla="*/ 647700 h 647700"/>
                <a:gd name="connsiteX4" fmla="*/ 647414 w 647414"/>
                <a:gd name="connsiteY4" fmla="*/ 628650 h 647700"/>
                <a:gd name="connsiteX5" fmla="*/ 19050 w 647414"/>
                <a:gd name="connsiteY5" fmla="*/ 628650 h 647700"/>
                <a:gd name="connsiteX6" fmla="*/ 19050 w 647414"/>
                <a:gd name="connsiteY6" fmla="*/ 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7414" h="647700">
                  <a:moveTo>
                    <a:pt x="1905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47414" y="647700"/>
                  </a:lnTo>
                  <a:lnTo>
                    <a:pt x="647414" y="628650"/>
                  </a:lnTo>
                  <a:lnTo>
                    <a:pt x="19050" y="628650"/>
                  </a:lnTo>
                  <a:lnTo>
                    <a:pt x="190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B059E53-5147-573D-73B3-07206833ADE1}"/>
                </a:ext>
              </a:extLst>
            </p:cNvPr>
            <p:cNvSpPr/>
            <p:nvPr/>
          </p:nvSpPr>
          <p:spPr>
            <a:xfrm>
              <a:off x="6980575" y="1341791"/>
              <a:ext cx="152400" cy="571500"/>
            </a:xfrm>
            <a:custGeom>
              <a:avLst/>
              <a:gdLst>
                <a:gd name="connsiteX0" fmla="*/ 152400 w 152400"/>
                <a:gd name="connsiteY0" fmla="*/ 0 h 571500"/>
                <a:gd name="connsiteX1" fmla="*/ 0 w 152400"/>
                <a:gd name="connsiteY1" fmla="*/ 0 h 571500"/>
                <a:gd name="connsiteX2" fmla="*/ 0 w 152400"/>
                <a:gd name="connsiteY2" fmla="*/ 571500 h 571500"/>
                <a:gd name="connsiteX3" fmla="*/ 152400 w 152400"/>
                <a:gd name="connsiteY3" fmla="*/ 571500 h 571500"/>
                <a:gd name="connsiteX4" fmla="*/ 133350 w 152400"/>
                <a:gd name="connsiteY4" fmla="*/ 552450 h 571500"/>
                <a:gd name="connsiteX5" fmla="*/ 19050 w 152400"/>
                <a:gd name="connsiteY5" fmla="*/ 552450 h 571500"/>
                <a:gd name="connsiteX6" fmla="*/ 19050 w 152400"/>
                <a:gd name="connsiteY6" fmla="*/ 19050 h 571500"/>
                <a:gd name="connsiteX7" fmla="*/ 133350 w 152400"/>
                <a:gd name="connsiteY7" fmla="*/ 1905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571500">
                  <a:moveTo>
                    <a:pt x="152400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152400" y="571500"/>
                  </a:lnTo>
                  <a:close/>
                  <a:moveTo>
                    <a:pt x="133350" y="552450"/>
                  </a:moveTo>
                  <a:lnTo>
                    <a:pt x="19050" y="55245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AB4C940-FC80-F526-0F01-14A8F1949F72}"/>
                </a:ext>
              </a:extLst>
            </p:cNvPr>
            <p:cNvSpPr/>
            <p:nvPr/>
          </p:nvSpPr>
          <p:spPr>
            <a:xfrm>
              <a:off x="7190125" y="1551341"/>
              <a:ext cx="152400" cy="361950"/>
            </a:xfrm>
            <a:custGeom>
              <a:avLst/>
              <a:gdLst>
                <a:gd name="connsiteX0" fmla="*/ 152400 w 152400"/>
                <a:gd name="connsiteY0" fmla="*/ 0 h 361950"/>
                <a:gd name="connsiteX1" fmla="*/ 0 w 152400"/>
                <a:gd name="connsiteY1" fmla="*/ 0 h 361950"/>
                <a:gd name="connsiteX2" fmla="*/ 0 w 152400"/>
                <a:gd name="connsiteY2" fmla="*/ 361950 h 361950"/>
                <a:gd name="connsiteX3" fmla="*/ 152400 w 152400"/>
                <a:gd name="connsiteY3" fmla="*/ 361950 h 361950"/>
                <a:gd name="connsiteX4" fmla="*/ 133350 w 152400"/>
                <a:gd name="connsiteY4" fmla="*/ 342900 h 361950"/>
                <a:gd name="connsiteX5" fmla="*/ 19050 w 152400"/>
                <a:gd name="connsiteY5" fmla="*/ 342900 h 361950"/>
                <a:gd name="connsiteX6" fmla="*/ 19050 w 152400"/>
                <a:gd name="connsiteY6" fmla="*/ 19050 h 361950"/>
                <a:gd name="connsiteX7" fmla="*/ 133350 w 152400"/>
                <a:gd name="connsiteY7" fmla="*/ 190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361950">
                  <a:moveTo>
                    <a:pt x="15240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52400" y="361950"/>
                  </a:lnTo>
                  <a:close/>
                  <a:moveTo>
                    <a:pt x="133350" y="342900"/>
                  </a:moveTo>
                  <a:lnTo>
                    <a:pt x="19050" y="342900"/>
                  </a:lnTo>
                  <a:lnTo>
                    <a:pt x="19050" y="19050"/>
                  </a:lnTo>
                  <a:lnTo>
                    <a:pt x="133350" y="190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05EA95D-1806-711A-A105-A37C3E1BF80C}"/>
                </a:ext>
              </a:extLst>
            </p:cNvPr>
            <p:cNvSpPr/>
            <p:nvPr/>
          </p:nvSpPr>
          <p:spPr>
            <a:xfrm>
              <a:off x="7399675" y="1722791"/>
              <a:ext cx="152400" cy="190500"/>
            </a:xfrm>
            <a:custGeom>
              <a:avLst/>
              <a:gdLst>
                <a:gd name="connsiteX0" fmla="*/ 0 w 152400"/>
                <a:gd name="connsiteY0" fmla="*/ 190500 h 190500"/>
                <a:gd name="connsiteX1" fmla="*/ 152400 w 152400"/>
                <a:gd name="connsiteY1" fmla="*/ 190500 h 190500"/>
                <a:gd name="connsiteX2" fmla="*/ 152400 w 152400"/>
                <a:gd name="connsiteY2" fmla="*/ 0 h 190500"/>
                <a:gd name="connsiteX3" fmla="*/ 0 w 152400"/>
                <a:gd name="connsiteY3" fmla="*/ 0 h 190500"/>
                <a:gd name="connsiteX4" fmla="*/ 19050 w 152400"/>
                <a:gd name="connsiteY4" fmla="*/ 19050 h 190500"/>
                <a:gd name="connsiteX5" fmla="*/ 133350 w 152400"/>
                <a:gd name="connsiteY5" fmla="*/ 19050 h 190500"/>
                <a:gd name="connsiteX6" fmla="*/ 133350 w 152400"/>
                <a:gd name="connsiteY6" fmla="*/ 171450 h 190500"/>
                <a:gd name="connsiteX7" fmla="*/ 19050 w 152400"/>
                <a:gd name="connsiteY7" fmla="*/ 17145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190500">
                  <a:moveTo>
                    <a:pt x="0" y="190500"/>
                  </a:moveTo>
                  <a:lnTo>
                    <a:pt x="152400" y="190500"/>
                  </a:lnTo>
                  <a:lnTo>
                    <a:pt x="152400" y="0"/>
                  </a:lnTo>
                  <a:lnTo>
                    <a:pt x="0" y="0"/>
                  </a:lnTo>
                  <a:close/>
                  <a:moveTo>
                    <a:pt x="19050" y="19050"/>
                  </a:moveTo>
                  <a:lnTo>
                    <a:pt x="133350" y="19050"/>
                  </a:lnTo>
                  <a:lnTo>
                    <a:pt x="133350" y="171450"/>
                  </a:lnTo>
                  <a:lnTo>
                    <a:pt x="19050" y="1714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53BD90-E427-88E3-3B02-C7470A90B45C}"/>
                </a:ext>
              </a:extLst>
            </p:cNvPr>
            <p:cNvSpPr/>
            <p:nvPr/>
          </p:nvSpPr>
          <p:spPr>
            <a:xfrm>
              <a:off x="7240512" y="1344581"/>
              <a:ext cx="311562" cy="311534"/>
            </a:xfrm>
            <a:custGeom>
              <a:avLst/>
              <a:gdLst>
                <a:gd name="connsiteX0" fmla="*/ 292513 w 311562"/>
                <a:gd name="connsiteY0" fmla="*/ 187709 h 311534"/>
                <a:gd name="connsiteX1" fmla="*/ 292513 w 311562"/>
                <a:gd name="connsiteY1" fmla="*/ 278816 h 311534"/>
                <a:gd name="connsiteX2" fmla="*/ 292417 w 311562"/>
                <a:gd name="connsiteY2" fmla="*/ 278910 h 311534"/>
                <a:gd name="connsiteX3" fmla="*/ 292351 w 311562"/>
                <a:gd name="connsiteY3" fmla="*/ 278882 h 311534"/>
                <a:gd name="connsiteX4" fmla="*/ 13430 w 311562"/>
                <a:gd name="connsiteY4" fmla="*/ 0 h 311534"/>
                <a:gd name="connsiteX5" fmla="*/ 0 w 311562"/>
                <a:gd name="connsiteY5" fmla="*/ 13468 h 311534"/>
                <a:gd name="connsiteX6" fmla="*/ 278854 w 311562"/>
                <a:gd name="connsiteY6" fmla="*/ 292322 h 311534"/>
                <a:gd name="connsiteX7" fmla="*/ 278853 w 311562"/>
                <a:gd name="connsiteY7" fmla="*/ 292457 h 311534"/>
                <a:gd name="connsiteX8" fmla="*/ 278787 w 311562"/>
                <a:gd name="connsiteY8" fmla="*/ 292484 h 311534"/>
                <a:gd name="connsiteX9" fmla="*/ 187995 w 311562"/>
                <a:gd name="connsiteY9" fmla="*/ 292484 h 311534"/>
                <a:gd name="connsiteX10" fmla="*/ 187995 w 311562"/>
                <a:gd name="connsiteY10" fmla="*/ 311534 h 311534"/>
                <a:gd name="connsiteX11" fmla="*/ 311563 w 311562"/>
                <a:gd name="connsiteY11" fmla="*/ 311534 h 311534"/>
                <a:gd name="connsiteX12" fmla="*/ 311563 w 311562"/>
                <a:gd name="connsiteY12" fmla="*/ 187709 h 31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562" h="311534">
                  <a:moveTo>
                    <a:pt x="292513" y="187709"/>
                  </a:moveTo>
                  <a:lnTo>
                    <a:pt x="292513" y="278816"/>
                  </a:lnTo>
                  <a:cubicBezTo>
                    <a:pt x="292512" y="278868"/>
                    <a:pt x="292469" y="278910"/>
                    <a:pt x="292417" y="278910"/>
                  </a:cubicBezTo>
                  <a:cubicBezTo>
                    <a:pt x="292392" y="278909"/>
                    <a:pt x="292368" y="278900"/>
                    <a:pt x="292351" y="278882"/>
                  </a:cubicBezTo>
                  <a:lnTo>
                    <a:pt x="13430" y="0"/>
                  </a:lnTo>
                  <a:lnTo>
                    <a:pt x="0" y="13468"/>
                  </a:lnTo>
                  <a:lnTo>
                    <a:pt x="278854" y="292322"/>
                  </a:lnTo>
                  <a:cubicBezTo>
                    <a:pt x="278891" y="292359"/>
                    <a:pt x="278890" y="292420"/>
                    <a:pt x="278853" y="292457"/>
                  </a:cubicBezTo>
                  <a:cubicBezTo>
                    <a:pt x="278835" y="292474"/>
                    <a:pt x="278812" y="292484"/>
                    <a:pt x="278787" y="292484"/>
                  </a:cubicBezTo>
                  <a:lnTo>
                    <a:pt x="187995" y="292484"/>
                  </a:lnTo>
                  <a:lnTo>
                    <a:pt x="187995" y="311534"/>
                  </a:lnTo>
                  <a:lnTo>
                    <a:pt x="311563" y="311534"/>
                  </a:lnTo>
                  <a:lnTo>
                    <a:pt x="311563" y="1877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3" name="Graphic 45" descr="Chat bubble outline">
            <a:extLst>
              <a:ext uri="{FF2B5EF4-FFF2-40B4-BE49-F238E27FC236}">
                <a16:creationId xmlns:a16="http://schemas.microsoft.com/office/drawing/2014/main" id="{8A7D6B70-686E-C73D-0337-F826E72C6638}"/>
              </a:ext>
            </a:extLst>
          </p:cNvPr>
          <p:cNvGrpSpPr/>
          <p:nvPr/>
        </p:nvGrpSpPr>
        <p:grpSpPr>
          <a:xfrm>
            <a:off x="9357141" y="4193996"/>
            <a:ext cx="616327" cy="426845"/>
            <a:chOff x="6163900" y="610841"/>
            <a:chExt cx="647700" cy="590550"/>
          </a:xfrm>
          <a:solidFill>
            <a:schemeClr val="bg1">
              <a:lumMod val="75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A018E7D-6412-0583-3071-F9C5E941C11F}"/>
                </a:ext>
              </a:extLst>
            </p:cNvPr>
            <p:cNvSpPr/>
            <p:nvPr/>
          </p:nvSpPr>
          <p:spPr>
            <a:xfrm>
              <a:off x="6163900" y="610841"/>
              <a:ext cx="647700" cy="590550"/>
            </a:xfrm>
            <a:custGeom>
              <a:avLst/>
              <a:gdLst>
                <a:gd name="connsiteX0" fmla="*/ 609600 w 647700"/>
                <a:gd name="connsiteY0" fmla="*/ 19050 h 590550"/>
                <a:gd name="connsiteX1" fmla="*/ 628650 w 647700"/>
                <a:gd name="connsiteY1" fmla="*/ 38100 h 590550"/>
                <a:gd name="connsiteX2" fmla="*/ 628650 w 647700"/>
                <a:gd name="connsiteY2" fmla="*/ 419100 h 590550"/>
                <a:gd name="connsiteX3" fmla="*/ 609600 w 647700"/>
                <a:gd name="connsiteY3" fmla="*/ 438150 h 590550"/>
                <a:gd name="connsiteX4" fmla="*/ 495300 w 647700"/>
                <a:gd name="connsiteY4" fmla="*/ 438150 h 590550"/>
                <a:gd name="connsiteX5" fmla="*/ 495300 w 647700"/>
                <a:gd name="connsiteY5" fmla="*/ 544563 h 590550"/>
                <a:gd name="connsiteX6" fmla="*/ 399231 w 647700"/>
                <a:gd name="connsiteY6" fmla="*/ 448494 h 590550"/>
                <a:gd name="connsiteX7" fmla="*/ 393649 w 647700"/>
                <a:gd name="connsiteY7" fmla="*/ 442913 h 590550"/>
                <a:gd name="connsiteX8" fmla="*/ 38100 w 647700"/>
                <a:gd name="connsiteY8" fmla="*/ 442913 h 590550"/>
                <a:gd name="connsiteX9" fmla="*/ 19050 w 647700"/>
                <a:gd name="connsiteY9" fmla="*/ 423863 h 590550"/>
                <a:gd name="connsiteX10" fmla="*/ 19050 w 647700"/>
                <a:gd name="connsiteY10" fmla="*/ 38100 h 590550"/>
                <a:gd name="connsiteX11" fmla="*/ 38100 w 647700"/>
                <a:gd name="connsiteY11" fmla="*/ 19050 h 590550"/>
                <a:gd name="connsiteX12" fmla="*/ 609600 w 647700"/>
                <a:gd name="connsiteY12" fmla="*/ 19050 h 590550"/>
                <a:gd name="connsiteX13" fmla="*/ 609600 w 647700"/>
                <a:gd name="connsiteY13" fmla="*/ 0 h 590550"/>
                <a:gd name="connsiteX14" fmla="*/ 38100 w 647700"/>
                <a:gd name="connsiteY14" fmla="*/ 0 h 590550"/>
                <a:gd name="connsiteX15" fmla="*/ 0 w 647700"/>
                <a:gd name="connsiteY15" fmla="*/ 38100 h 590550"/>
                <a:gd name="connsiteX16" fmla="*/ 0 w 647700"/>
                <a:gd name="connsiteY16" fmla="*/ 423863 h 590550"/>
                <a:gd name="connsiteX17" fmla="*/ 38100 w 647700"/>
                <a:gd name="connsiteY17" fmla="*/ 461963 h 590550"/>
                <a:gd name="connsiteX18" fmla="*/ 385763 w 647700"/>
                <a:gd name="connsiteY18" fmla="*/ 461963 h 590550"/>
                <a:gd name="connsiteX19" fmla="*/ 514350 w 647700"/>
                <a:gd name="connsiteY19" fmla="*/ 590550 h 590550"/>
                <a:gd name="connsiteX20" fmla="*/ 514350 w 647700"/>
                <a:gd name="connsiteY20" fmla="*/ 457200 h 590550"/>
                <a:gd name="connsiteX21" fmla="*/ 609600 w 647700"/>
                <a:gd name="connsiteY21" fmla="*/ 457200 h 590550"/>
                <a:gd name="connsiteX22" fmla="*/ 647700 w 647700"/>
                <a:gd name="connsiteY22" fmla="*/ 419100 h 590550"/>
                <a:gd name="connsiteX23" fmla="*/ 647700 w 647700"/>
                <a:gd name="connsiteY23" fmla="*/ 38100 h 590550"/>
                <a:gd name="connsiteX24" fmla="*/ 609600 w 647700"/>
                <a:gd name="connsiteY24" fmla="*/ 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47700" h="590550">
                  <a:moveTo>
                    <a:pt x="609600" y="19050"/>
                  </a:moveTo>
                  <a:cubicBezTo>
                    <a:pt x="620121" y="19050"/>
                    <a:pt x="628650" y="27579"/>
                    <a:pt x="628650" y="38100"/>
                  </a:cubicBezTo>
                  <a:lnTo>
                    <a:pt x="628650" y="419100"/>
                  </a:lnTo>
                  <a:cubicBezTo>
                    <a:pt x="628650" y="429621"/>
                    <a:pt x="620121" y="438150"/>
                    <a:pt x="609600" y="438150"/>
                  </a:cubicBezTo>
                  <a:lnTo>
                    <a:pt x="495300" y="438150"/>
                  </a:lnTo>
                  <a:lnTo>
                    <a:pt x="495300" y="544563"/>
                  </a:lnTo>
                  <a:lnTo>
                    <a:pt x="399231" y="448494"/>
                  </a:lnTo>
                  <a:lnTo>
                    <a:pt x="393649" y="442913"/>
                  </a:lnTo>
                  <a:lnTo>
                    <a:pt x="38100" y="442913"/>
                  </a:lnTo>
                  <a:cubicBezTo>
                    <a:pt x="27579" y="442913"/>
                    <a:pt x="19050" y="434384"/>
                    <a:pt x="19050" y="423863"/>
                  </a:cubicBezTo>
                  <a:lnTo>
                    <a:pt x="19050" y="38100"/>
                  </a:lnTo>
                  <a:cubicBezTo>
                    <a:pt x="19050" y="27579"/>
                    <a:pt x="27579" y="19050"/>
                    <a:pt x="38100" y="19050"/>
                  </a:cubicBezTo>
                  <a:lnTo>
                    <a:pt x="609600" y="19050"/>
                  </a:lnTo>
                  <a:moveTo>
                    <a:pt x="609600" y="0"/>
                  </a:moveTo>
                  <a:lnTo>
                    <a:pt x="38100" y="0"/>
                  </a:lnTo>
                  <a:cubicBezTo>
                    <a:pt x="17058" y="0"/>
                    <a:pt x="0" y="17058"/>
                    <a:pt x="0" y="38100"/>
                  </a:cubicBezTo>
                  <a:lnTo>
                    <a:pt x="0" y="423863"/>
                  </a:lnTo>
                  <a:cubicBezTo>
                    <a:pt x="0" y="444904"/>
                    <a:pt x="17058" y="461963"/>
                    <a:pt x="38100" y="461963"/>
                  </a:cubicBezTo>
                  <a:lnTo>
                    <a:pt x="385763" y="461963"/>
                  </a:lnTo>
                  <a:lnTo>
                    <a:pt x="514350" y="590550"/>
                  </a:lnTo>
                  <a:lnTo>
                    <a:pt x="514350" y="457200"/>
                  </a:lnTo>
                  <a:lnTo>
                    <a:pt x="609600" y="457200"/>
                  </a:lnTo>
                  <a:cubicBezTo>
                    <a:pt x="630642" y="457200"/>
                    <a:pt x="647700" y="440142"/>
                    <a:pt x="647700" y="419100"/>
                  </a:cubicBezTo>
                  <a:lnTo>
                    <a:pt x="647700" y="38100"/>
                  </a:lnTo>
                  <a:cubicBezTo>
                    <a:pt x="647700" y="17058"/>
                    <a:pt x="630642" y="0"/>
                    <a:pt x="60960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AB6B60-BFF2-19A6-974A-AC1BF5F9D301}"/>
                </a:ext>
              </a:extLst>
            </p:cNvPr>
            <p:cNvSpPr/>
            <p:nvPr/>
          </p:nvSpPr>
          <p:spPr>
            <a:xfrm>
              <a:off x="66115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EE04804-9558-4BD8-63A8-81F464F95BFB}"/>
                </a:ext>
              </a:extLst>
            </p:cNvPr>
            <p:cNvSpPr/>
            <p:nvPr/>
          </p:nvSpPr>
          <p:spPr>
            <a:xfrm>
              <a:off x="64591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FE846BF-84D1-BB54-5A86-51C5A814DFDC}"/>
                </a:ext>
              </a:extLst>
            </p:cNvPr>
            <p:cNvSpPr/>
            <p:nvPr/>
          </p:nvSpPr>
          <p:spPr>
            <a:xfrm>
              <a:off x="6306775" y="810866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39" name="Graphic 53" descr="Alarm clock outline">
            <a:extLst>
              <a:ext uri="{FF2B5EF4-FFF2-40B4-BE49-F238E27FC236}">
                <a16:creationId xmlns:a16="http://schemas.microsoft.com/office/drawing/2014/main" id="{6A7AA2E4-F8B5-57E2-6E06-834C7C2AE0B7}"/>
              </a:ext>
            </a:extLst>
          </p:cNvPr>
          <p:cNvGrpSpPr/>
          <p:nvPr/>
        </p:nvGrpSpPr>
        <p:grpSpPr>
          <a:xfrm>
            <a:off x="10210409" y="5041480"/>
            <a:ext cx="557815" cy="538628"/>
            <a:chOff x="6768549" y="1187275"/>
            <a:chExt cx="638162" cy="638436"/>
          </a:xfrm>
          <a:solidFill>
            <a:schemeClr val="bg1">
              <a:lumMod val="75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6C3B2B1-CCF4-C039-D939-608EB9A43017}"/>
                </a:ext>
              </a:extLst>
            </p:cNvPr>
            <p:cNvSpPr/>
            <p:nvPr/>
          </p:nvSpPr>
          <p:spPr>
            <a:xfrm>
              <a:off x="6925710" y="1377776"/>
              <a:ext cx="171173" cy="171450"/>
            </a:xfrm>
            <a:custGeom>
              <a:avLst/>
              <a:gdLst>
                <a:gd name="connsiteX0" fmla="*/ 161649 w 171173"/>
                <a:gd name="connsiteY0" fmla="*/ 0 h 171450"/>
                <a:gd name="connsiteX1" fmla="*/ 152124 w 171173"/>
                <a:gd name="connsiteY1" fmla="*/ 9525 h 171450"/>
                <a:gd name="connsiteX2" fmla="*/ 152124 w 171173"/>
                <a:gd name="connsiteY2" fmla="*/ 152400 h 171450"/>
                <a:gd name="connsiteX3" fmla="*/ 9525 w 171173"/>
                <a:gd name="connsiteY3" fmla="*/ 152400 h 171450"/>
                <a:gd name="connsiteX4" fmla="*/ 0 w 171173"/>
                <a:gd name="connsiteY4" fmla="*/ 161925 h 171450"/>
                <a:gd name="connsiteX5" fmla="*/ 9525 w 171173"/>
                <a:gd name="connsiteY5" fmla="*/ 171450 h 171450"/>
                <a:gd name="connsiteX6" fmla="*/ 161649 w 171173"/>
                <a:gd name="connsiteY6" fmla="*/ 171450 h 171450"/>
                <a:gd name="connsiteX7" fmla="*/ 171174 w 171173"/>
                <a:gd name="connsiteY7" fmla="*/ 161925 h 171450"/>
                <a:gd name="connsiteX8" fmla="*/ 171174 w 171173"/>
                <a:gd name="connsiteY8" fmla="*/ 9525 h 171450"/>
                <a:gd name="connsiteX9" fmla="*/ 161649 w 171173"/>
                <a:gd name="connsiteY9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173" h="171450">
                  <a:moveTo>
                    <a:pt x="161649" y="0"/>
                  </a:moveTo>
                  <a:cubicBezTo>
                    <a:pt x="156388" y="0"/>
                    <a:pt x="152124" y="4264"/>
                    <a:pt x="152124" y="9525"/>
                  </a:cubicBezTo>
                  <a:lnTo>
                    <a:pt x="152124" y="152400"/>
                  </a:lnTo>
                  <a:lnTo>
                    <a:pt x="9525" y="152400"/>
                  </a:lnTo>
                  <a:cubicBezTo>
                    <a:pt x="4264" y="152400"/>
                    <a:pt x="0" y="156664"/>
                    <a:pt x="0" y="161925"/>
                  </a:cubicBezTo>
                  <a:cubicBezTo>
                    <a:pt x="0" y="167186"/>
                    <a:pt x="4264" y="171450"/>
                    <a:pt x="9525" y="171450"/>
                  </a:cubicBezTo>
                  <a:lnTo>
                    <a:pt x="161649" y="171450"/>
                  </a:lnTo>
                  <a:cubicBezTo>
                    <a:pt x="166909" y="171450"/>
                    <a:pt x="171174" y="167186"/>
                    <a:pt x="171174" y="161925"/>
                  </a:cubicBezTo>
                  <a:lnTo>
                    <a:pt x="171174" y="9525"/>
                  </a:lnTo>
                  <a:cubicBezTo>
                    <a:pt x="171174" y="4264"/>
                    <a:pt x="166909" y="0"/>
                    <a:pt x="16164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D8F3090-5703-DFD9-6DEE-354E32306D0B}"/>
                </a:ext>
              </a:extLst>
            </p:cNvPr>
            <p:cNvSpPr/>
            <p:nvPr/>
          </p:nvSpPr>
          <p:spPr>
            <a:xfrm>
              <a:off x="6768549" y="1187275"/>
              <a:ext cx="194423" cy="194434"/>
            </a:xfrm>
            <a:custGeom>
              <a:avLst/>
              <a:gdLst>
                <a:gd name="connsiteX0" fmla="*/ 144893 w 194423"/>
                <a:gd name="connsiteY0" fmla="*/ 11555 h 194434"/>
                <a:gd name="connsiteX1" fmla="*/ 91642 w 194423"/>
                <a:gd name="connsiteY1" fmla="*/ 10517 h 194434"/>
                <a:gd name="connsiteX2" fmla="*/ 91553 w 194423"/>
                <a:gd name="connsiteY2" fmla="*/ 10602 h 194434"/>
                <a:gd name="connsiteX3" fmla="*/ 90601 w 194423"/>
                <a:gd name="connsiteY3" fmla="*/ 11555 h 194434"/>
                <a:gd name="connsiteX4" fmla="*/ 11543 w 194423"/>
                <a:gd name="connsiteY4" fmla="*/ 90612 h 194434"/>
                <a:gd name="connsiteX5" fmla="*/ 10545 w 194423"/>
                <a:gd name="connsiteY5" fmla="*/ 143906 h 194434"/>
                <a:gd name="connsiteX6" fmla="*/ 10591 w 194423"/>
                <a:gd name="connsiteY6" fmla="*/ 143952 h 194434"/>
                <a:gd name="connsiteX7" fmla="*/ 11543 w 194423"/>
                <a:gd name="connsiteY7" fmla="*/ 144905 h 194434"/>
                <a:gd name="connsiteX8" fmla="*/ 61073 w 194423"/>
                <a:gd name="connsiteY8" fmla="*/ 194435 h 194434"/>
                <a:gd name="connsiteX9" fmla="*/ 194423 w 194423"/>
                <a:gd name="connsiteY9" fmla="*/ 61085 h 194434"/>
                <a:gd name="connsiteX10" fmla="*/ 25021 w 194423"/>
                <a:gd name="connsiteY10" fmla="*/ 131474 h 194434"/>
                <a:gd name="connsiteX11" fmla="*/ 24069 w 194423"/>
                <a:gd name="connsiteY11" fmla="*/ 130522 h 194434"/>
                <a:gd name="connsiteX12" fmla="*/ 24583 w 194423"/>
                <a:gd name="connsiteY12" fmla="*/ 104528 h 194434"/>
                <a:gd name="connsiteX13" fmla="*/ 25021 w 194423"/>
                <a:gd name="connsiteY13" fmla="*/ 104100 h 194434"/>
                <a:gd name="connsiteX14" fmla="*/ 104079 w 194423"/>
                <a:gd name="connsiteY14" fmla="*/ 25042 h 194434"/>
                <a:gd name="connsiteX15" fmla="*/ 105031 w 194423"/>
                <a:gd name="connsiteY15" fmla="*/ 24090 h 194434"/>
                <a:gd name="connsiteX16" fmla="*/ 130996 w 194423"/>
                <a:gd name="connsiteY16" fmla="*/ 24604 h 194434"/>
                <a:gd name="connsiteX17" fmla="*/ 131425 w 194423"/>
                <a:gd name="connsiteY17" fmla="*/ 25042 h 194434"/>
                <a:gd name="connsiteX18" fmla="*/ 167496 w 194423"/>
                <a:gd name="connsiteY18" fmla="*/ 61113 h 194434"/>
                <a:gd name="connsiteX19" fmla="*/ 61073 w 194423"/>
                <a:gd name="connsiteY19" fmla="*/ 167546 h 19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423" h="194434">
                  <a:moveTo>
                    <a:pt x="144893" y="11555"/>
                  </a:moveTo>
                  <a:cubicBezTo>
                    <a:pt x="130474" y="-3437"/>
                    <a:pt x="106633" y="-3902"/>
                    <a:pt x="91642" y="10517"/>
                  </a:cubicBezTo>
                  <a:cubicBezTo>
                    <a:pt x="91612" y="10545"/>
                    <a:pt x="91583" y="10574"/>
                    <a:pt x="91553" y="10602"/>
                  </a:cubicBezTo>
                  <a:lnTo>
                    <a:pt x="90601" y="11555"/>
                  </a:lnTo>
                  <a:lnTo>
                    <a:pt x="11543" y="90612"/>
                  </a:lnTo>
                  <a:cubicBezTo>
                    <a:pt x="-3449" y="105053"/>
                    <a:pt x="-3896" y="128913"/>
                    <a:pt x="10545" y="143906"/>
                  </a:cubicBezTo>
                  <a:cubicBezTo>
                    <a:pt x="10560" y="143921"/>
                    <a:pt x="10575" y="143937"/>
                    <a:pt x="10591" y="143952"/>
                  </a:cubicBezTo>
                  <a:lnTo>
                    <a:pt x="11543" y="144905"/>
                  </a:lnTo>
                  <a:lnTo>
                    <a:pt x="61073" y="194435"/>
                  </a:lnTo>
                  <a:lnTo>
                    <a:pt x="194423" y="61085"/>
                  </a:lnTo>
                  <a:close/>
                  <a:moveTo>
                    <a:pt x="25021" y="131474"/>
                  </a:moveTo>
                  <a:lnTo>
                    <a:pt x="24069" y="130522"/>
                  </a:lnTo>
                  <a:cubicBezTo>
                    <a:pt x="17177" y="123146"/>
                    <a:pt x="17405" y="111626"/>
                    <a:pt x="24583" y="104528"/>
                  </a:cubicBezTo>
                  <a:cubicBezTo>
                    <a:pt x="24735" y="104385"/>
                    <a:pt x="24878" y="104252"/>
                    <a:pt x="25021" y="104100"/>
                  </a:cubicBezTo>
                  <a:lnTo>
                    <a:pt x="104079" y="25042"/>
                  </a:lnTo>
                  <a:lnTo>
                    <a:pt x="105031" y="24090"/>
                  </a:lnTo>
                  <a:cubicBezTo>
                    <a:pt x="112398" y="17202"/>
                    <a:pt x="123909" y="17430"/>
                    <a:pt x="130996" y="24604"/>
                  </a:cubicBezTo>
                  <a:lnTo>
                    <a:pt x="131425" y="25042"/>
                  </a:lnTo>
                  <a:lnTo>
                    <a:pt x="167496" y="61113"/>
                  </a:lnTo>
                  <a:lnTo>
                    <a:pt x="61073" y="1675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00970FE-341A-087A-B8AD-B202614992F8}"/>
                </a:ext>
              </a:extLst>
            </p:cNvPr>
            <p:cNvSpPr/>
            <p:nvPr/>
          </p:nvSpPr>
          <p:spPr>
            <a:xfrm>
              <a:off x="7212289" y="1187298"/>
              <a:ext cx="194422" cy="194431"/>
            </a:xfrm>
            <a:custGeom>
              <a:avLst/>
              <a:gdLst>
                <a:gd name="connsiteX0" fmla="*/ 182880 w 194422"/>
                <a:gd name="connsiteY0" fmla="*/ 90609 h 194431"/>
                <a:gd name="connsiteX1" fmla="*/ 103822 w 194422"/>
                <a:gd name="connsiteY1" fmla="*/ 11551 h 194431"/>
                <a:gd name="connsiteX2" fmla="*/ 102870 w 194422"/>
                <a:gd name="connsiteY2" fmla="*/ 10599 h 194431"/>
                <a:gd name="connsiteX3" fmla="*/ 49601 w 194422"/>
                <a:gd name="connsiteY3" fmla="*/ 11477 h 194431"/>
                <a:gd name="connsiteX4" fmla="*/ 49530 w 194422"/>
                <a:gd name="connsiteY4" fmla="*/ 11551 h 194431"/>
                <a:gd name="connsiteX5" fmla="*/ 0 w 194422"/>
                <a:gd name="connsiteY5" fmla="*/ 61081 h 194431"/>
                <a:gd name="connsiteX6" fmla="*/ 133350 w 194422"/>
                <a:gd name="connsiteY6" fmla="*/ 194431 h 194431"/>
                <a:gd name="connsiteX7" fmla="*/ 182880 w 194422"/>
                <a:gd name="connsiteY7" fmla="*/ 144901 h 194431"/>
                <a:gd name="connsiteX8" fmla="*/ 183833 w 194422"/>
                <a:gd name="connsiteY8" fmla="*/ 143949 h 194431"/>
                <a:gd name="connsiteX9" fmla="*/ 182927 w 194422"/>
                <a:gd name="connsiteY9" fmla="*/ 90654 h 194431"/>
                <a:gd name="connsiteX10" fmla="*/ 182880 w 194422"/>
                <a:gd name="connsiteY10" fmla="*/ 90609 h 194431"/>
                <a:gd name="connsiteX11" fmla="*/ 170364 w 194422"/>
                <a:gd name="connsiteY11" fmla="*/ 130499 h 194431"/>
                <a:gd name="connsiteX12" fmla="*/ 169412 w 194422"/>
                <a:gd name="connsiteY12" fmla="*/ 131452 h 194431"/>
                <a:gd name="connsiteX13" fmla="*/ 133350 w 194422"/>
                <a:gd name="connsiteY13" fmla="*/ 167523 h 194431"/>
                <a:gd name="connsiteX14" fmla="*/ 26908 w 194422"/>
                <a:gd name="connsiteY14" fmla="*/ 61071 h 194431"/>
                <a:gd name="connsiteX15" fmla="*/ 62979 w 194422"/>
                <a:gd name="connsiteY15" fmla="*/ 25000 h 194431"/>
                <a:gd name="connsiteX16" fmla="*/ 63408 w 194422"/>
                <a:gd name="connsiteY16" fmla="*/ 24562 h 194431"/>
                <a:gd name="connsiteX17" fmla="*/ 89373 w 194422"/>
                <a:gd name="connsiteY17" fmla="*/ 24048 h 194431"/>
                <a:gd name="connsiteX18" fmla="*/ 90326 w 194422"/>
                <a:gd name="connsiteY18" fmla="*/ 25000 h 194431"/>
                <a:gd name="connsiteX19" fmla="*/ 169383 w 194422"/>
                <a:gd name="connsiteY19" fmla="*/ 104058 h 194431"/>
                <a:gd name="connsiteX20" fmla="*/ 169821 w 194422"/>
                <a:gd name="connsiteY20" fmla="*/ 104486 h 194431"/>
                <a:gd name="connsiteX21" fmla="*/ 170336 w 194422"/>
                <a:gd name="connsiteY21" fmla="*/ 130480 h 19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4422" h="194431">
                  <a:moveTo>
                    <a:pt x="182880" y="90609"/>
                  </a:moveTo>
                  <a:lnTo>
                    <a:pt x="103822" y="11551"/>
                  </a:lnTo>
                  <a:lnTo>
                    <a:pt x="102870" y="10599"/>
                  </a:lnTo>
                  <a:cubicBezTo>
                    <a:pt x="87918" y="-3869"/>
                    <a:pt x="64069" y="-3476"/>
                    <a:pt x="49601" y="11477"/>
                  </a:cubicBezTo>
                  <a:cubicBezTo>
                    <a:pt x="49578" y="11501"/>
                    <a:pt x="49554" y="11526"/>
                    <a:pt x="49530" y="11551"/>
                  </a:cubicBezTo>
                  <a:lnTo>
                    <a:pt x="0" y="61081"/>
                  </a:lnTo>
                  <a:lnTo>
                    <a:pt x="133350" y="194431"/>
                  </a:lnTo>
                  <a:lnTo>
                    <a:pt x="182880" y="144901"/>
                  </a:lnTo>
                  <a:lnTo>
                    <a:pt x="183833" y="143949"/>
                  </a:lnTo>
                  <a:cubicBezTo>
                    <a:pt x="198299" y="128982"/>
                    <a:pt x="197894" y="105121"/>
                    <a:pt x="182927" y="90654"/>
                  </a:cubicBezTo>
                  <a:cubicBezTo>
                    <a:pt x="182911" y="90639"/>
                    <a:pt x="182895" y="90624"/>
                    <a:pt x="182880" y="90609"/>
                  </a:cubicBezTo>
                  <a:close/>
                  <a:moveTo>
                    <a:pt x="170364" y="130499"/>
                  </a:moveTo>
                  <a:lnTo>
                    <a:pt x="169412" y="131452"/>
                  </a:lnTo>
                  <a:lnTo>
                    <a:pt x="133350" y="167523"/>
                  </a:lnTo>
                  <a:lnTo>
                    <a:pt x="26908" y="61071"/>
                  </a:lnTo>
                  <a:lnTo>
                    <a:pt x="62979" y="25000"/>
                  </a:lnTo>
                  <a:lnTo>
                    <a:pt x="63408" y="24562"/>
                  </a:lnTo>
                  <a:cubicBezTo>
                    <a:pt x="70495" y="17388"/>
                    <a:pt x="82006" y="17160"/>
                    <a:pt x="89373" y="24048"/>
                  </a:cubicBezTo>
                  <a:lnTo>
                    <a:pt x="90326" y="25000"/>
                  </a:lnTo>
                  <a:lnTo>
                    <a:pt x="169383" y="104058"/>
                  </a:lnTo>
                  <a:cubicBezTo>
                    <a:pt x="169526" y="104210"/>
                    <a:pt x="169669" y="104344"/>
                    <a:pt x="169821" y="104486"/>
                  </a:cubicBezTo>
                  <a:cubicBezTo>
                    <a:pt x="176999" y="111584"/>
                    <a:pt x="177227" y="123104"/>
                    <a:pt x="170336" y="13048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FE49A4C-35F7-4DBB-4B8C-190125E71770}"/>
                </a:ext>
              </a:extLst>
            </p:cNvPr>
            <p:cNvSpPr/>
            <p:nvPr/>
          </p:nvSpPr>
          <p:spPr>
            <a:xfrm>
              <a:off x="6839964" y="1215851"/>
              <a:ext cx="495321" cy="609860"/>
            </a:xfrm>
            <a:custGeom>
              <a:avLst/>
              <a:gdLst>
                <a:gd name="connsiteX0" fmla="*/ 257196 w 495321"/>
                <a:gd name="connsiteY0" fmla="*/ 76438 h 609860"/>
                <a:gd name="connsiteX1" fmla="*/ 257196 w 495321"/>
                <a:gd name="connsiteY1" fmla="*/ 19050 h 609860"/>
                <a:gd name="connsiteX2" fmla="*/ 304821 w 495321"/>
                <a:gd name="connsiteY2" fmla="*/ 19050 h 609860"/>
                <a:gd name="connsiteX3" fmla="*/ 314346 w 495321"/>
                <a:gd name="connsiteY3" fmla="*/ 9525 h 609860"/>
                <a:gd name="connsiteX4" fmla="*/ 304821 w 495321"/>
                <a:gd name="connsiteY4" fmla="*/ 0 h 609860"/>
                <a:gd name="connsiteX5" fmla="*/ 190521 w 495321"/>
                <a:gd name="connsiteY5" fmla="*/ 0 h 609860"/>
                <a:gd name="connsiteX6" fmla="*/ 180996 w 495321"/>
                <a:gd name="connsiteY6" fmla="*/ 9525 h 609860"/>
                <a:gd name="connsiteX7" fmla="*/ 190521 w 495321"/>
                <a:gd name="connsiteY7" fmla="*/ 19050 h 609860"/>
                <a:gd name="connsiteX8" fmla="*/ 238146 w 495321"/>
                <a:gd name="connsiteY8" fmla="*/ 19050 h 609860"/>
                <a:gd name="connsiteX9" fmla="*/ 238146 w 495321"/>
                <a:gd name="connsiteY9" fmla="*/ 76438 h 609860"/>
                <a:gd name="connsiteX10" fmla="*/ 182 w 495321"/>
                <a:gd name="connsiteY10" fmla="*/ 333207 h 609860"/>
                <a:gd name="connsiteX11" fmla="*/ 66810 w 495321"/>
                <a:gd name="connsiteY11" fmla="*/ 492957 h 609860"/>
                <a:gd name="connsiteX12" fmla="*/ 19928 w 495321"/>
                <a:gd name="connsiteY12" fmla="*/ 596132 h 609860"/>
                <a:gd name="connsiteX13" fmla="*/ 24276 w 495321"/>
                <a:gd name="connsiteY13" fmla="*/ 608881 h 609860"/>
                <a:gd name="connsiteX14" fmla="*/ 37025 w 495321"/>
                <a:gd name="connsiteY14" fmla="*/ 604535 h 609860"/>
                <a:gd name="connsiteX15" fmla="*/ 37264 w 495321"/>
                <a:gd name="connsiteY15" fmla="*/ 604009 h 609860"/>
                <a:gd name="connsiteX16" fmla="*/ 81250 w 495321"/>
                <a:gd name="connsiteY16" fmla="*/ 507244 h 609860"/>
                <a:gd name="connsiteX17" fmla="*/ 414092 w 495321"/>
                <a:gd name="connsiteY17" fmla="*/ 507244 h 609860"/>
                <a:gd name="connsiteX18" fmla="*/ 458078 w 495321"/>
                <a:gd name="connsiteY18" fmla="*/ 604009 h 609860"/>
                <a:gd name="connsiteX19" fmla="*/ 470542 w 495321"/>
                <a:gd name="connsiteY19" fmla="*/ 609120 h 609860"/>
                <a:gd name="connsiteX20" fmla="*/ 475653 w 495321"/>
                <a:gd name="connsiteY20" fmla="*/ 596657 h 609860"/>
                <a:gd name="connsiteX21" fmla="*/ 475414 w 495321"/>
                <a:gd name="connsiteY21" fmla="*/ 596132 h 609860"/>
                <a:gd name="connsiteX22" fmla="*/ 428513 w 495321"/>
                <a:gd name="connsiteY22" fmla="*/ 492957 h 609860"/>
                <a:gd name="connsiteX23" fmla="*/ 416928 w 495321"/>
                <a:gd name="connsiteY23" fmla="*/ 143066 h 609860"/>
                <a:gd name="connsiteX24" fmla="*/ 257196 w 495321"/>
                <a:gd name="connsiteY24" fmla="*/ 76438 h 609860"/>
                <a:gd name="connsiteX25" fmla="*/ 247671 w 495321"/>
                <a:gd name="connsiteY25" fmla="*/ 552450 h 609860"/>
                <a:gd name="connsiteX26" fmla="*/ 19071 w 495321"/>
                <a:gd name="connsiteY26" fmla="*/ 323850 h 609860"/>
                <a:gd name="connsiteX27" fmla="*/ 247671 w 495321"/>
                <a:gd name="connsiteY27" fmla="*/ 95250 h 609860"/>
                <a:gd name="connsiteX28" fmla="*/ 476271 w 495321"/>
                <a:gd name="connsiteY28" fmla="*/ 323850 h 609860"/>
                <a:gd name="connsiteX29" fmla="*/ 247671 w 495321"/>
                <a:gd name="connsiteY29" fmla="*/ 552450 h 60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95321" h="609860">
                  <a:moveTo>
                    <a:pt x="257196" y="76438"/>
                  </a:moveTo>
                  <a:lnTo>
                    <a:pt x="257196" y="19050"/>
                  </a:lnTo>
                  <a:lnTo>
                    <a:pt x="304821" y="19050"/>
                  </a:lnTo>
                  <a:cubicBezTo>
                    <a:pt x="310082" y="19050"/>
                    <a:pt x="314346" y="14786"/>
                    <a:pt x="314346" y="9525"/>
                  </a:cubicBezTo>
                  <a:cubicBezTo>
                    <a:pt x="314346" y="4264"/>
                    <a:pt x="310082" y="0"/>
                    <a:pt x="304821" y="0"/>
                  </a:cubicBezTo>
                  <a:lnTo>
                    <a:pt x="190521" y="0"/>
                  </a:lnTo>
                  <a:cubicBezTo>
                    <a:pt x="185260" y="0"/>
                    <a:pt x="180996" y="4264"/>
                    <a:pt x="180996" y="9525"/>
                  </a:cubicBezTo>
                  <a:cubicBezTo>
                    <a:pt x="180996" y="14786"/>
                    <a:pt x="185260" y="19050"/>
                    <a:pt x="190521" y="19050"/>
                  </a:cubicBezTo>
                  <a:lnTo>
                    <a:pt x="238146" y="19050"/>
                  </a:lnTo>
                  <a:lnTo>
                    <a:pt x="238146" y="76438"/>
                  </a:lnTo>
                  <a:cubicBezTo>
                    <a:pt x="101529" y="81631"/>
                    <a:pt x="-5011" y="196590"/>
                    <a:pt x="182" y="333207"/>
                  </a:cubicBezTo>
                  <a:cubicBezTo>
                    <a:pt x="2444" y="392740"/>
                    <a:pt x="26101" y="449459"/>
                    <a:pt x="66810" y="492957"/>
                  </a:cubicBezTo>
                  <a:lnTo>
                    <a:pt x="19928" y="596132"/>
                  </a:lnTo>
                  <a:cubicBezTo>
                    <a:pt x="17608" y="600853"/>
                    <a:pt x="19554" y="606561"/>
                    <a:pt x="24276" y="608881"/>
                  </a:cubicBezTo>
                  <a:cubicBezTo>
                    <a:pt x="28996" y="611201"/>
                    <a:pt x="34704" y="609255"/>
                    <a:pt x="37025" y="604535"/>
                  </a:cubicBezTo>
                  <a:cubicBezTo>
                    <a:pt x="37110" y="604361"/>
                    <a:pt x="37190" y="604186"/>
                    <a:pt x="37264" y="604009"/>
                  </a:cubicBezTo>
                  <a:lnTo>
                    <a:pt x="81250" y="507244"/>
                  </a:lnTo>
                  <a:cubicBezTo>
                    <a:pt x="175659" y="592914"/>
                    <a:pt x="319683" y="592914"/>
                    <a:pt x="414092" y="507244"/>
                  </a:cubicBezTo>
                  <a:lnTo>
                    <a:pt x="458078" y="604009"/>
                  </a:lnTo>
                  <a:cubicBezTo>
                    <a:pt x="460108" y="608862"/>
                    <a:pt x="465689" y="611151"/>
                    <a:pt x="470542" y="609120"/>
                  </a:cubicBezTo>
                  <a:cubicBezTo>
                    <a:pt x="475395" y="607090"/>
                    <a:pt x="477683" y="601510"/>
                    <a:pt x="475653" y="596657"/>
                  </a:cubicBezTo>
                  <a:cubicBezTo>
                    <a:pt x="475579" y="596479"/>
                    <a:pt x="475499" y="596304"/>
                    <a:pt x="475414" y="596132"/>
                  </a:cubicBezTo>
                  <a:lnTo>
                    <a:pt x="428513" y="492957"/>
                  </a:lnTo>
                  <a:cubicBezTo>
                    <a:pt x="521933" y="393139"/>
                    <a:pt x="516747" y="236488"/>
                    <a:pt x="416928" y="143066"/>
                  </a:cubicBezTo>
                  <a:cubicBezTo>
                    <a:pt x="373435" y="102361"/>
                    <a:pt x="316723" y="78705"/>
                    <a:pt x="257196" y="76438"/>
                  </a:cubicBezTo>
                  <a:close/>
                  <a:moveTo>
                    <a:pt x="247671" y="552450"/>
                  </a:moveTo>
                  <a:cubicBezTo>
                    <a:pt x="121419" y="552450"/>
                    <a:pt x="19071" y="450102"/>
                    <a:pt x="19071" y="323850"/>
                  </a:cubicBezTo>
                  <a:cubicBezTo>
                    <a:pt x="19071" y="197598"/>
                    <a:pt x="121419" y="95250"/>
                    <a:pt x="247671" y="95250"/>
                  </a:cubicBezTo>
                  <a:cubicBezTo>
                    <a:pt x="373923" y="95250"/>
                    <a:pt x="476271" y="197598"/>
                    <a:pt x="476271" y="323850"/>
                  </a:cubicBezTo>
                  <a:cubicBezTo>
                    <a:pt x="476129" y="450044"/>
                    <a:pt x="373865" y="552308"/>
                    <a:pt x="247671" y="5524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5" name="Graphic 57" descr="Daily calendar outline">
            <a:extLst>
              <a:ext uri="{FF2B5EF4-FFF2-40B4-BE49-F238E27FC236}">
                <a16:creationId xmlns:a16="http://schemas.microsoft.com/office/drawing/2014/main" id="{9F919AEA-EAAB-5D0E-8243-88177F823212}"/>
              </a:ext>
            </a:extLst>
          </p:cNvPr>
          <p:cNvGrpSpPr/>
          <p:nvPr/>
        </p:nvGrpSpPr>
        <p:grpSpPr>
          <a:xfrm>
            <a:off x="10968596" y="4006877"/>
            <a:ext cx="541706" cy="426845"/>
            <a:chOff x="7063900" y="1482266"/>
            <a:chExt cx="647700" cy="647700"/>
          </a:xfrm>
          <a:solidFill>
            <a:schemeClr val="bg1">
              <a:lumMod val="75000"/>
            </a:schemeClr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5E9E2AC-8659-B49A-74BD-D4CA93518DC9}"/>
                </a:ext>
              </a:extLst>
            </p:cNvPr>
            <p:cNvSpPr/>
            <p:nvPr/>
          </p:nvSpPr>
          <p:spPr>
            <a:xfrm>
              <a:off x="7063900" y="1482266"/>
              <a:ext cx="647700" cy="647700"/>
            </a:xfrm>
            <a:custGeom>
              <a:avLst/>
              <a:gdLst>
                <a:gd name="connsiteX0" fmla="*/ 514350 w 647700"/>
                <a:gd name="connsiteY0" fmla="*/ 57150 h 647700"/>
                <a:gd name="connsiteX1" fmla="*/ 514350 w 647700"/>
                <a:gd name="connsiteY1" fmla="*/ 9525 h 647700"/>
                <a:gd name="connsiteX2" fmla="*/ 504825 w 647700"/>
                <a:gd name="connsiteY2" fmla="*/ 0 h 647700"/>
                <a:gd name="connsiteX3" fmla="*/ 495300 w 647700"/>
                <a:gd name="connsiteY3" fmla="*/ 9525 h 647700"/>
                <a:gd name="connsiteX4" fmla="*/ 495300 w 647700"/>
                <a:gd name="connsiteY4" fmla="*/ 57150 h 647700"/>
                <a:gd name="connsiteX5" fmla="*/ 152400 w 647700"/>
                <a:gd name="connsiteY5" fmla="*/ 57150 h 647700"/>
                <a:gd name="connsiteX6" fmla="*/ 152400 w 647700"/>
                <a:gd name="connsiteY6" fmla="*/ 9525 h 647700"/>
                <a:gd name="connsiteX7" fmla="*/ 142875 w 647700"/>
                <a:gd name="connsiteY7" fmla="*/ 0 h 647700"/>
                <a:gd name="connsiteX8" fmla="*/ 133350 w 647700"/>
                <a:gd name="connsiteY8" fmla="*/ 9525 h 647700"/>
                <a:gd name="connsiteX9" fmla="*/ 133350 w 647700"/>
                <a:gd name="connsiteY9" fmla="*/ 57150 h 647700"/>
                <a:gd name="connsiteX10" fmla="*/ 0 w 647700"/>
                <a:gd name="connsiteY10" fmla="*/ 57150 h 647700"/>
                <a:gd name="connsiteX11" fmla="*/ 0 w 647700"/>
                <a:gd name="connsiteY11" fmla="*/ 647700 h 647700"/>
                <a:gd name="connsiteX12" fmla="*/ 647700 w 647700"/>
                <a:gd name="connsiteY12" fmla="*/ 647700 h 647700"/>
                <a:gd name="connsiteX13" fmla="*/ 647700 w 647700"/>
                <a:gd name="connsiteY13" fmla="*/ 57150 h 647700"/>
                <a:gd name="connsiteX14" fmla="*/ 628650 w 647700"/>
                <a:gd name="connsiteY14" fmla="*/ 628650 h 647700"/>
                <a:gd name="connsiteX15" fmla="*/ 19050 w 647700"/>
                <a:gd name="connsiteY15" fmla="*/ 628650 h 647700"/>
                <a:gd name="connsiteX16" fmla="*/ 19050 w 647700"/>
                <a:gd name="connsiteY16" fmla="*/ 209550 h 647700"/>
                <a:gd name="connsiteX17" fmla="*/ 628650 w 647700"/>
                <a:gd name="connsiteY17" fmla="*/ 209550 h 647700"/>
                <a:gd name="connsiteX18" fmla="*/ 19050 w 647700"/>
                <a:gd name="connsiteY18" fmla="*/ 190500 h 647700"/>
                <a:gd name="connsiteX19" fmla="*/ 19050 w 647700"/>
                <a:gd name="connsiteY19" fmla="*/ 76200 h 647700"/>
                <a:gd name="connsiteX20" fmla="*/ 133350 w 647700"/>
                <a:gd name="connsiteY20" fmla="*/ 76200 h 647700"/>
                <a:gd name="connsiteX21" fmla="*/ 133350 w 647700"/>
                <a:gd name="connsiteY21" fmla="*/ 114300 h 647700"/>
                <a:gd name="connsiteX22" fmla="*/ 142875 w 647700"/>
                <a:gd name="connsiteY22" fmla="*/ 123825 h 647700"/>
                <a:gd name="connsiteX23" fmla="*/ 152400 w 647700"/>
                <a:gd name="connsiteY23" fmla="*/ 114300 h 647700"/>
                <a:gd name="connsiteX24" fmla="*/ 152400 w 647700"/>
                <a:gd name="connsiteY24" fmla="*/ 76200 h 647700"/>
                <a:gd name="connsiteX25" fmla="*/ 495300 w 647700"/>
                <a:gd name="connsiteY25" fmla="*/ 76200 h 647700"/>
                <a:gd name="connsiteX26" fmla="*/ 495300 w 647700"/>
                <a:gd name="connsiteY26" fmla="*/ 114300 h 647700"/>
                <a:gd name="connsiteX27" fmla="*/ 504825 w 647700"/>
                <a:gd name="connsiteY27" fmla="*/ 123825 h 647700"/>
                <a:gd name="connsiteX28" fmla="*/ 514350 w 647700"/>
                <a:gd name="connsiteY28" fmla="*/ 114300 h 647700"/>
                <a:gd name="connsiteX29" fmla="*/ 514350 w 647700"/>
                <a:gd name="connsiteY29" fmla="*/ 76200 h 647700"/>
                <a:gd name="connsiteX30" fmla="*/ 628650 w 647700"/>
                <a:gd name="connsiteY30" fmla="*/ 76200 h 647700"/>
                <a:gd name="connsiteX31" fmla="*/ 628650 w 647700"/>
                <a:gd name="connsiteY31" fmla="*/ 1905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47700" h="647700">
                  <a:moveTo>
                    <a:pt x="514350" y="57150"/>
                  </a:moveTo>
                  <a:lnTo>
                    <a:pt x="514350" y="9525"/>
                  </a:lnTo>
                  <a:cubicBezTo>
                    <a:pt x="514350" y="4264"/>
                    <a:pt x="510086" y="0"/>
                    <a:pt x="504825" y="0"/>
                  </a:cubicBezTo>
                  <a:cubicBezTo>
                    <a:pt x="499564" y="0"/>
                    <a:pt x="495300" y="4264"/>
                    <a:pt x="495300" y="9525"/>
                  </a:cubicBezTo>
                  <a:lnTo>
                    <a:pt x="495300" y="57150"/>
                  </a:lnTo>
                  <a:lnTo>
                    <a:pt x="152400" y="57150"/>
                  </a:lnTo>
                  <a:lnTo>
                    <a:pt x="152400" y="9525"/>
                  </a:lnTo>
                  <a:cubicBezTo>
                    <a:pt x="152400" y="4264"/>
                    <a:pt x="148136" y="0"/>
                    <a:pt x="142875" y="0"/>
                  </a:cubicBezTo>
                  <a:cubicBezTo>
                    <a:pt x="137614" y="0"/>
                    <a:pt x="133350" y="4264"/>
                    <a:pt x="133350" y="9525"/>
                  </a:cubicBezTo>
                  <a:lnTo>
                    <a:pt x="133350" y="57150"/>
                  </a:lnTo>
                  <a:lnTo>
                    <a:pt x="0" y="57150"/>
                  </a:lnTo>
                  <a:lnTo>
                    <a:pt x="0" y="647700"/>
                  </a:lnTo>
                  <a:lnTo>
                    <a:pt x="647700" y="647700"/>
                  </a:lnTo>
                  <a:lnTo>
                    <a:pt x="647700" y="57150"/>
                  </a:lnTo>
                  <a:close/>
                  <a:moveTo>
                    <a:pt x="628650" y="628650"/>
                  </a:moveTo>
                  <a:lnTo>
                    <a:pt x="19050" y="628650"/>
                  </a:lnTo>
                  <a:lnTo>
                    <a:pt x="19050" y="209550"/>
                  </a:lnTo>
                  <a:lnTo>
                    <a:pt x="628650" y="209550"/>
                  </a:lnTo>
                  <a:close/>
                  <a:moveTo>
                    <a:pt x="19050" y="190500"/>
                  </a:moveTo>
                  <a:lnTo>
                    <a:pt x="19050" y="76200"/>
                  </a:lnTo>
                  <a:lnTo>
                    <a:pt x="133350" y="76200"/>
                  </a:lnTo>
                  <a:lnTo>
                    <a:pt x="133350" y="114300"/>
                  </a:lnTo>
                  <a:cubicBezTo>
                    <a:pt x="133350" y="119561"/>
                    <a:pt x="137614" y="123825"/>
                    <a:pt x="142875" y="123825"/>
                  </a:cubicBezTo>
                  <a:cubicBezTo>
                    <a:pt x="148136" y="123825"/>
                    <a:pt x="152400" y="119561"/>
                    <a:pt x="152400" y="114300"/>
                  </a:cubicBezTo>
                  <a:lnTo>
                    <a:pt x="152400" y="76200"/>
                  </a:lnTo>
                  <a:lnTo>
                    <a:pt x="495300" y="76200"/>
                  </a:lnTo>
                  <a:lnTo>
                    <a:pt x="495300" y="114300"/>
                  </a:lnTo>
                  <a:cubicBezTo>
                    <a:pt x="495300" y="119561"/>
                    <a:pt x="499564" y="123825"/>
                    <a:pt x="504825" y="123825"/>
                  </a:cubicBezTo>
                  <a:cubicBezTo>
                    <a:pt x="510086" y="123825"/>
                    <a:pt x="514350" y="119561"/>
                    <a:pt x="514350" y="114300"/>
                  </a:cubicBezTo>
                  <a:lnTo>
                    <a:pt x="514350" y="76200"/>
                  </a:lnTo>
                  <a:lnTo>
                    <a:pt x="628650" y="76200"/>
                  </a:lnTo>
                  <a:lnTo>
                    <a:pt x="628650" y="1905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42DE483-2FBA-BA9E-0EFA-E59AB293189D}"/>
                </a:ext>
              </a:extLst>
            </p:cNvPr>
            <p:cNvSpPr/>
            <p:nvPr/>
          </p:nvSpPr>
          <p:spPr>
            <a:xfrm>
              <a:off x="7140100" y="1748966"/>
              <a:ext cx="495300" cy="304800"/>
            </a:xfrm>
            <a:custGeom>
              <a:avLst/>
              <a:gdLst>
                <a:gd name="connsiteX0" fmla="*/ 180975 w 495300"/>
                <a:gd name="connsiteY0" fmla="*/ 304800 h 304800"/>
                <a:gd name="connsiteX1" fmla="*/ 495300 w 495300"/>
                <a:gd name="connsiteY1" fmla="*/ 304800 h 304800"/>
                <a:gd name="connsiteX2" fmla="*/ 495300 w 495300"/>
                <a:gd name="connsiteY2" fmla="*/ 0 h 304800"/>
                <a:gd name="connsiteX3" fmla="*/ 0 w 495300"/>
                <a:gd name="connsiteY3" fmla="*/ 0 h 304800"/>
                <a:gd name="connsiteX4" fmla="*/ 0 w 495300"/>
                <a:gd name="connsiteY4" fmla="*/ 304800 h 304800"/>
                <a:gd name="connsiteX5" fmla="*/ 180975 w 495300"/>
                <a:gd name="connsiteY5" fmla="*/ 304800 h 304800"/>
                <a:gd name="connsiteX6" fmla="*/ 180975 w 495300"/>
                <a:gd name="connsiteY6" fmla="*/ 285750 h 304800"/>
                <a:gd name="connsiteX7" fmla="*/ 180975 w 495300"/>
                <a:gd name="connsiteY7" fmla="*/ 209550 h 304800"/>
                <a:gd name="connsiteX8" fmla="*/ 314325 w 495300"/>
                <a:gd name="connsiteY8" fmla="*/ 209550 h 304800"/>
                <a:gd name="connsiteX9" fmla="*/ 314325 w 495300"/>
                <a:gd name="connsiteY9" fmla="*/ 285750 h 304800"/>
                <a:gd name="connsiteX10" fmla="*/ 180975 w 495300"/>
                <a:gd name="connsiteY10" fmla="*/ 114300 h 304800"/>
                <a:gd name="connsiteX11" fmla="*/ 314325 w 495300"/>
                <a:gd name="connsiteY11" fmla="*/ 114300 h 304800"/>
                <a:gd name="connsiteX12" fmla="*/ 314325 w 495300"/>
                <a:gd name="connsiteY12" fmla="*/ 190500 h 304800"/>
                <a:gd name="connsiteX13" fmla="*/ 180975 w 495300"/>
                <a:gd name="connsiteY13" fmla="*/ 190500 h 304800"/>
                <a:gd name="connsiteX14" fmla="*/ 161925 w 495300"/>
                <a:gd name="connsiteY14" fmla="*/ 190500 h 304800"/>
                <a:gd name="connsiteX15" fmla="*/ 19050 w 495300"/>
                <a:gd name="connsiteY15" fmla="*/ 190500 h 304800"/>
                <a:gd name="connsiteX16" fmla="*/ 19050 w 495300"/>
                <a:gd name="connsiteY16" fmla="*/ 114300 h 304800"/>
                <a:gd name="connsiteX17" fmla="*/ 161925 w 495300"/>
                <a:gd name="connsiteY17" fmla="*/ 114300 h 304800"/>
                <a:gd name="connsiteX18" fmla="*/ 333375 w 495300"/>
                <a:gd name="connsiteY18" fmla="*/ 114300 h 304800"/>
                <a:gd name="connsiteX19" fmla="*/ 476250 w 495300"/>
                <a:gd name="connsiteY19" fmla="*/ 114300 h 304800"/>
                <a:gd name="connsiteX20" fmla="*/ 476250 w 495300"/>
                <a:gd name="connsiteY20" fmla="*/ 190500 h 304800"/>
                <a:gd name="connsiteX21" fmla="*/ 333375 w 495300"/>
                <a:gd name="connsiteY21" fmla="*/ 190500 h 304800"/>
                <a:gd name="connsiteX22" fmla="*/ 333375 w 495300"/>
                <a:gd name="connsiteY22" fmla="*/ 285750 h 304800"/>
                <a:gd name="connsiteX23" fmla="*/ 333375 w 495300"/>
                <a:gd name="connsiteY23" fmla="*/ 209550 h 304800"/>
                <a:gd name="connsiteX24" fmla="*/ 476250 w 495300"/>
                <a:gd name="connsiteY24" fmla="*/ 209550 h 304800"/>
                <a:gd name="connsiteX25" fmla="*/ 476250 w 495300"/>
                <a:gd name="connsiteY25" fmla="*/ 285750 h 304800"/>
                <a:gd name="connsiteX26" fmla="*/ 476250 w 495300"/>
                <a:gd name="connsiteY26" fmla="*/ 19050 h 304800"/>
                <a:gd name="connsiteX27" fmla="*/ 476250 w 495300"/>
                <a:gd name="connsiteY27" fmla="*/ 95250 h 304800"/>
                <a:gd name="connsiteX28" fmla="*/ 333375 w 495300"/>
                <a:gd name="connsiteY28" fmla="*/ 95250 h 304800"/>
                <a:gd name="connsiteX29" fmla="*/ 333375 w 495300"/>
                <a:gd name="connsiteY29" fmla="*/ 19050 h 304800"/>
                <a:gd name="connsiteX30" fmla="*/ 314325 w 495300"/>
                <a:gd name="connsiteY30" fmla="*/ 19050 h 304800"/>
                <a:gd name="connsiteX31" fmla="*/ 314325 w 495300"/>
                <a:gd name="connsiteY31" fmla="*/ 95250 h 304800"/>
                <a:gd name="connsiteX32" fmla="*/ 180975 w 495300"/>
                <a:gd name="connsiteY32" fmla="*/ 95250 h 304800"/>
                <a:gd name="connsiteX33" fmla="*/ 180975 w 495300"/>
                <a:gd name="connsiteY33" fmla="*/ 19050 h 304800"/>
                <a:gd name="connsiteX34" fmla="*/ 161925 w 495300"/>
                <a:gd name="connsiteY34" fmla="*/ 19050 h 304800"/>
                <a:gd name="connsiteX35" fmla="*/ 161925 w 495300"/>
                <a:gd name="connsiteY35" fmla="*/ 95250 h 304800"/>
                <a:gd name="connsiteX36" fmla="*/ 19050 w 495300"/>
                <a:gd name="connsiteY36" fmla="*/ 95250 h 304800"/>
                <a:gd name="connsiteX37" fmla="*/ 19050 w 495300"/>
                <a:gd name="connsiteY37" fmla="*/ 19050 h 304800"/>
                <a:gd name="connsiteX38" fmla="*/ 19050 w 495300"/>
                <a:gd name="connsiteY38" fmla="*/ 285750 h 304800"/>
                <a:gd name="connsiteX39" fmla="*/ 19050 w 495300"/>
                <a:gd name="connsiteY39" fmla="*/ 209550 h 304800"/>
                <a:gd name="connsiteX40" fmla="*/ 161925 w 495300"/>
                <a:gd name="connsiteY40" fmla="*/ 209550 h 304800"/>
                <a:gd name="connsiteX41" fmla="*/ 161925 w 495300"/>
                <a:gd name="connsiteY41" fmla="*/ 28575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5300" h="304800">
                  <a:moveTo>
                    <a:pt x="180975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80975" y="304800"/>
                  </a:lnTo>
                  <a:close/>
                  <a:moveTo>
                    <a:pt x="180975" y="285750"/>
                  </a:moveTo>
                  <a:lnTo>
                    <a:pt x="180975" y="209550"/>
                  </a:lnTo>
                  <a:lnTo>
                    <a:pt x="314325" y="209550"/>
                  </a:lnTo>
                  <a:lnTo>
                    <a:pt x="314325" y="285750"/>
                  </a:lnTo>
                  <a:close/>
                  <a:moveTo>
                    <a:pt x="180975" y="114300"/>
                  </a:moveTo>
                  <a:lnTo>
                    <a:pt x="314325" y="114300"/>
                  </a:lnTo>
                  <a:lnTo>
                    <a:pt x="314325" y="190500"/>
                  </a:lnTo>
                  <a:lnTo>
                    <a:pt x="180975" y="190500"/>
                  </a:lnTo>
                  <a:close/>
                  <a:moveTo>
                    <a:pt x="161925" y="190500"/>
                  </a:moveTo>
                  <a:lnTo>
                    <a:pt x="19050" y="190500"/>
                  </a:lnTo>
                  <a:lnTo>
                    <a:pt x="19050" y="114300"/>
                  </a:lnTo>
                  <a:lnTo>
                    <a:pt x="161925" y="114300"/>
                  </a:lnTo>
                  <a:close/>
                  <a:moveTo>
                    <a:pt x="333375" y="114300"/>
                  </a:moveTo>
                  <a:lnTo>
                    <a:pt x="476250" y="114300"/>
                  </a:lnTo>
                  <a:lnTo>
                    <a:pt x="476250" y="190500"/>
                  </a:lnTo>
                  <a:lnTo>
                    <a:pt x="333375" y="190500"/>
                  </a:lnTo>
                  <a:close/>
                  <a:moveTo>
                    <a:pt x="333375" y="285750"/>
                  </a:moveTo>
                  <a:lnTo>
                    <a:pt x="333375" y="209550"/>
                  </a:lnTo>
                  <a:lnTo>
                    <a:pt x="476250" y="209550"/>
                  </a:lnTo>
                  <a:lnTo>
                    <a:pt x="476250" y="285750"/>
                  </a:lnTo>
                  <a:close/>
                  <a:moveTo>
                    <a:pt x="476250" y="19050"/>
                  </a:moveTo>
                  <a:lnTo>
                    <a:pt x="476250" y="95250"/>
                  </a:lnTo>
                  <a:lnTo>
                    <a:pt x="333375" y="95250"/>
                  </a:lnTo>
                  <a:lnTo>
                    <a:pt x="333375" y="19050"/>
                  </a:lnTo>
                  <a:close/>
                  <a:moveTo>
                    <a:pt x="314325" y="19050"/>
                  </a:moveTo>
                  <a:lnTo>
                    <a:pt x="314325" y="95250"/>
                  </a:lnTo>
                  <a:lnTo>
                    <a:pt x="180975" y="95250"/>
                  </a:lnTo>
                  <a:lnTo>
                    <a:pt x="180975" y="19050"/>
                  </a:lnTo>
                  <a:close/>
                  <a:moveTo>
                    <a:pt x="161925" y="19050"/>
                  </a:moveTo>
                  <a:lnTo>
                    <a:pt x="161925" y="95250"/>
                  </a:lnTo>
                  <a:lnTo>
                    <a:pt x="19050" y="95250"/>
                  </a:lnTo>
                  <a:lnTo>
                    <a:pt x="19050" y="19050"/>
                  </a:lnTo>
                  <a:close/>
                  <a:moveTo>
                    <a:pt x="19050" y="285750"/>
                  </a:moveTo>
                  <a:lnTo>
                    <a:pt x="19050" y="209550"/>
                  </a:lnTo>
                  <a:lnTo>
                    <a:pt x="161925" y="209550"/>
                  </a:lnTo>
                  <a:lnTo>
                    <a:pt x="161925" y="2857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286DC07-E6A7-4D1B-48E4-C02A3666E457}"/>
              </a:ext>
            </a:extLst>
          </p:cNvPr>
          <p:cNvSpPr txBox="1"/>
          <p:nvPr/>
        </p:nvSpPr>
        <p:spPr>
          <a:xfrm>
            <a:off x="507486" y="845393"/>
            <a:ext cx="4227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DB925-16C3-313E-7049-3B8CB8F0CAE5}"/>
              </a:ext>
            </a:extLst>
          </p:cNvPr>
          <p:cNvSpPr txBox="1"/>
          <p:nvPr/>
        </p:nvSpPr>
        <p:spPr>
          <a:xfrm>
            <a:off x="1594256" y="2645192"/>
            <a:ext cx="51299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Implement “Pre-order Verification”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Enhance products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Create a Logistics Partner Scoreboard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10000"/>
                  <a:lumOff val="9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Review advertisement strategies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F5E23F-6FB2-5C04-B3D7-63E7B99B32A5}"/>
              </a:ext>
            </a:extLst>
          </p:cNvPr>
          <p:cNvSpPr txBox="1"/>
          <p:nvPr/>
        </p:nvSpPr>
        <p:spPr>
          <a:xfrm>
            <a:off x="1021848" y="1871500"/>
            <a:ext cx="569804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Product &amp; Supply Chain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6C78F5-9CCD-46F5-C2B4-A6A7B235AE1E}"/>
              </a:ext>
            </a:extLst>
          </p:cNvPr>
          <p:cNvGrpSpPr/>
          <p:nvPr/>
        </p:nvGrpSpPr>
        <p:grpSpPr>
          <a:xfrm>
            <a:off x="6101068" y="896008"/>
            <a:ext cx="1006204" cy="1173607"/>
            <a:chOff x="6101068" y="896008"/>
            <a:chExt cx="1006204" cy="1173607"/>
          </a:xfrm>
        </p:grpSpPr>
        <p:grpSp>
          <p:nvGrpSpPr>
            <p:cNvPr id="7" name="Graphic 50" descr="Dice outline">
              <a:extLst>
                <a:ext uri="{FF2B5EF4-FFF2-40B4-BE49-F238E27FC236}">
                  <a16:creationId xmlns:a16="http://schemas.microsoft.com/office/drawing/2014/main" id="{55D7E179-7EE6-74C5-20D6-0AEC184B49A9}"/>
                </a:ext>
              </a:extLst>
            </p:cNvPr>
            <p:cNvGrpSpPr/>
            <p:nvPr/>
          </p:nvGrpSpPr>
          <p:grpSpPr>
            <a:xfrm>
              <a:off x="6375775" y="896008"/>
              <a:ext cx="731497" cy="750827"/>
              <a:chOff x="6184050" y="3507525"/>
              <a:chExt cx="731497" cy="750827"/>
            </a:xfrm>
            <a:solidFill>
              <a:schemeClr val="bg1">
                <a:lumMod val="95000"/>
              </a:schemeClr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175D6E7D-8FAD-61D3-7C9C-92A23F75E9DD}"/>
                  </a:ext>
                </a:extLst>
              </p:cNvPr>
              <p:cNvSpPr/>
              <p:nvPr/>
            </p:nvSpPr>
            <p:spPr>
              <a:xfrm>
                <a:off x="6184050" y="3507525"/>
                <a:ext cx="361950" cy="362073"/>
              </a:xfrm>
              <a:custGeom>
                <a:avLst/>
                <a:gdLst>
                  <a:gd name="connsiteX0" fmla="*/ 314325 w 361950"/>
                  <a:gd name="connsiteY0" fmla="*/ 362074 h 362073"/>
                  <a:gd name="connsiteX1" fmla="*/ 47625 w 361950"/>
                  <a:gd name="connsiteY1" fmla="*/ 362074 h 362073"/>
                  <a:gd name="connsiteX2" fmla="*/ 0 w 361950"/>
                  <a:gd name="connsiteY2" fmla="*/ 314449 h 362073"/>
                  <a:gd name="connsiteX3" fmla="*/ 0 w 361950"/>
                  <a:gd name="connsiteY3" fmla="*/ 47625 h 362073"/>
                  <a:gd name="connsiteX4" fmla="*/ 47625 w 361950"/>
                  <a:gd name="connsiteY4" fmla="*/ 0 h 362073"/>
                  <a:gd name="connsiteX5" fmla="*/ 314325 w 361950"/>
                  <a:gd name="connsiteY5" fmla="*/ 0 h 362073"/>
                  <a:gd name="connsiteX6" fmla="*/ 361950 w 361950"/>
                  <a:gd name="connsiteY6" fmla="*/ 47625 h 362073"/>
                  <a:gd name="connsiteX7" fmla="*/ 361950 w 361950"/>
                  <a:gd name="connsiteY7" fmla="*/ 314439 h 362073"/>
                  <a:gd name="connsiteX8" fmla="*/ 314325 w 361950"/>
                  <a:gd name="connsiteY8" fmla="*/ 362074 h 362073"/>
                  <a:gd name="connsiteX9" fmla="*/ 47625 w 361950"/>
                  <a:gd name="connsiteY9" fmla="*/ 19050 h 362073"/>
                  <a:gd name="connsiteX10" fmla="*/ 19050 w 361950"/>
                  <a:gd name="connsiteY10" fmla="*/ 47625 h 362073"/>
                  <a:gd name="connsiteX11" fmla="*/ 19050 w 361950"/>
                  <a:gd name="connsiteY11" fmla="*/ 314439 h 362073"/>
                  <a:gd name="connsiteX12" fmla="*/ 47625 w 361950"/>
                  <a:gd name="connsiteY12" fmla="*/ 343014 h 362073"/>
                  <a:gd name="connsiteX13" fmla="*/ 314325 w 361950"/>
                  <a:gd name="connsiteY13" fmla="*/ 343014 h 362073"/>
                  <a:gd name="connsiteX14" fmla="*/ 342900 w 361950"/>
                  <a:gd name="connsiteY14" fmla="*/ 314439 h 362073"/>
                  <a:gd name="connsiteX15" fmla="*/ 342900 w 361950"/>
                  <a:gd name="connsiteY15" fmla="*/ 47625 h 362073"/>
                  <a:gd name="connsiteX16" fmla="*/ 314325 w 361950"/>
                  <a:gd name="connsiteY16" fmla="*/ 19050 h 362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1950" h="362073">
                    <a:moveTo>
                      <a:pt x="314325" y="362074"/>
                    </a:moveTo>
                    <a:lnTo>
                      <a:pt x="47625" y="362074"/>
                    </a:lnTo>
                    <a:cubicBezTo>
                      <a:pt x="21338" y="362037"/>
                      <a:pt x="37" y="340736"/>
                      <a:pt x="0" y="314449"/>
                    </a:cubicBezTo>
                    <a:lnTo>
                      <a:pt x="0" y="47625"/>
                    </a:lnTo>
                    <a:cubicBezTo>
                      <a:pt x="37" y="21338"/>
                      <a:pt x="21338" y="37"/>
                      <a:pt x="47625" y="0"/>
                    </a:cubicBezTo>
                    <a:lnTo>
                      <a:pt x="314325" y="0"/>
                    </a:lnTo>
                    <a:cubicBezTo>
                      <a:pt x="340612" y="37"/>
                      <a:pt x="361913" y="21338"/>
                      <a:pt x="361950" y="47625"/>
                    </a:cubicBezTo>
                    <a:lnTo>
                      <a:pt x="361950" y="314439"/>
                    </a:lnTo>
                    <a:cubicBezTo>
                      <a:pt x="361919" y="340730"/>
                      <a:pt x="340616" y="362037"/>
                      <a:pt x="314325" y="362074"/>
                    </a:cubicBezTo>
                    <a:close/>
                    <a:moveTo>
                      <a:pt x="47625" y="19050"/>
                    </a:moveTo>
                    <a:cubicBezTo>
                      <a:pt x="31843" y="19050"/>
                      <a:pt x="19050" y="31843"/>
                      <a:pt x="19050" y="47625"/>
                    </a:cubicBezTo>
                    <a:lnTo>
                      <a:pt x="19050" y="314439"/>
                    </a:lnTo>
                    <a:cubicBezTo>
                      <a:pt x="19050" y="330221"/>
                      <a:pt x="31843" y="343014"/>
                      <a:pt x="47625" y="343014"/>
                    </a:cubicBezTo>
                    <a:lnTo>
                      <a:pt x="314325" y="343014"/>
                    </a:lnTo>
                    <a:cubicBezTo>
                      <a:pt x="330107" y="343014"/>
                      <a:pt x="342900" y="330221"/>
                      <a:pt x="342900" y="314439"/>
                    </a:cubicBezTo>
                    <a:lnTo>
                      <a:pt x="342900" y="47625"/>
                    </a:lnTo>
                    <a:cubicBezTo>
                      <a:pt x="342900" y="31843"/>
                      <a:pt x="330107" y="19050"/>
                      <a:pt x="314325" y="1905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D34D28A-D2FC-18FC-4D57-2B31D2326A96}"/>
                  </a:ext>
                </a:extLst>
              </p:cNvPr>
              <p:cNvSpPr/>
              <p:nvPr/>
            </p:nvSpPr>
            <p:spPr>
              <a:xfrm>
                <a:off x="6443153" y="3785731"/>
                <a:ext cx="472393" cy="472621"/>
              </a:xfrm>
              <a:custGeom>
                <a:avLst/>
                <a:gdLst>
                  <a:gd name="connsiteX0" fmla="*/ 236196 w 472393"/>
                  <a:gd name="connsiteY0" fmla="*/ 472621 h 472621"/>
                  <a:gd name="connsiteX1" fmla="*/ 236196 w 472393"/>
                  <a:gd name="connsiteY1" fmla="*/ 472621 h 472621"/>
                  <a:gd name="connsiteX2" fmla="*/ 202525 w 472393"/>
                  <a:gd name="connsiteY2" fmla="*/ 458648 h 472621"/>
                  <a:gd name="connsiteX3" fmla="*/ 13930 w 472393"/>
                  <a:gd name="connsiteY3" fmla="*/ 269977 h 472621"/>
                  <a:gd name="connsiteX4" fmla="*/ 13930 w 472393"/>
                  <a:gd name="connsiteY4" fmla="*/ 202606 h 472621"/>
                  <a:gd name="connsiteX5" fmla="*/ 202525 w 472393"/>
                  <a:gd name="connsiteY5" fmla="*/ 14011 h 472621"/>
                  <a:gd name="connsiteX6" fmla="*/ 236196 w 472393"/>
                  <a:gd name="connsiteY6" fmla="*/ 0 h 472621"/>
                  <a:gd name="connsiteX7" fmla="*/ 236196 w 472393"/>
                  <a:gd name="connsiteY7" fmla="*/ 0 h 472621"/>
                  <a:gd name="connsiteX8" fmla="*/ 269867 w 472393"/>
                  <a:gd name="connsiteY8" fmla="*/ 13964 h 472621"/>
                  <a:gd name="connsiteX9" fmla="*/ 458462 w 472393"/>
                  <a:gd name="connsiteY9" fmla="*/ 202635 h 472621"/>
                  <a:gd name="connsiteX10" fmla="*/ 458462 w 472393"/>
                  <a:gd name="connsiteY10" fmla="*/ 270015 h 472621"/>
                  <a:gd name="connsiteX11" fmla="*/ 269915 w 472393"/>
                  <a:gd name="connsiteY11" fmla="*/ 458658 h 472621"/>
                  <a:gd name="connsiteX12" fmla="*/ 236196 w 472393"/>
                  <a:gd name="connsiteY12" fmla="*/ 472621 h 472621"/>
                  <a:gd name="connsiteX13" fmla="*/ 27084 w 472393"/>
                  <a:gd name="connsiteY13" fmla="*/ 256213 h 472621"/>
                  <a:gd name="connsiteX14" fmla="*/ 27399 w 472393"/>
                  <a:gd name="connsiteY14" fmla="*/ 256537 h 472621"/>
                  <a:gd name="connsiteX15" fmla="*/ 215994 w 472393"/>
                  <a:gd name="connsiteY15" fmla="*/ 445189 h 472621"/>
                  <a:gd name="connsiteX16" fmla="*/ 236196 w 472393"/>
                  <a:gd name="connsiteY16" fmla="*/ 453571 h 472621"/>
                  <a:gd name="connsiteX17" fmla="*/ 236196 w 472393"/>
                  <a:gd name="connsiteY17" fmla="*/ 453571 h 472621"/>
                  <a:gd name="connsiteX18" fmla="*/ 256399 w 472393"/>
                  <a:gd name="connsiteY18" fmla="*/ 445208 h 472621"/>
                  <a:gd name="connsiteX19" fmla="*/ 444994 w 472393"/>
                  <a:gd name="connsiteY19" fmla="*/ 256537 h 472621"/>
                  <a:gd name="connsiteX20" fmla="*/ 445017 w 472393"/>
                  <a:gd name="connsiteY20" fmla="*/ 216126 h 472621"/>
                  <a:gd name="connsiteX21" fmla="*/ 444994 w 472393"/>
                  <a:gd name="connsiteY21" fmla="*/ 216103 h 472621"/>
                  <a:gd name="connsiteX22" fmla="*/ 256399 w 472393"/>
                  <a:gd name="connsiteY22" fmla="*/ 27432 h 472621"/>
                  <a:gd name="connsiteX23" fmla="*/ 236196 w 472393"/>
                  <a:gd name="connsiteY23" fmla="*/ 19050 h 472621"/>
                  <a:gd name="connsiteX24" fmla="*/ 236196 w 472393"/>
                  <a:gd name="connsiteY24" fmla="*/ 19050 h 472621"/>
                  <a:gd name="connsiteX25" fmla="*/ 215994 w 472393"/>
                  <a:gd name="connsiteY25" fmla="*/ 27404 h 472621"/>
                  <a:gd name="connsiteX26" fmla="*/ 27399 w 472393"/>
                  <a:gd name="connsiteY26" fmla="*/ 216084 h 472621"/>
                  <a:gd name="connsiteX27" fmla="*/ 27084 w 472393"/>
                  <a:gd name="connsiteY27" fmla="*/ 256213 h 47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2393" h="472621">
                    <a:moveTo>
                      <a:pt x="236196" y="472621"/>
                    </a:moveTo>
                    <a:lnTo>
                      <a:pt x="236196" y="472621"/>
                    </a:lnTo>
                    <a:cubicBezTo>
                      <a:pt x="223556" y="472655"/>
                      <a:pt x="211427" y="467622"/>
                      <a:pt x="202525" y="458648"/>
                    </a:cubicBezTo>
                    <a:lnTo>
                      <a:pt x="13930" y="269977"/>
                    </a:lnTo>
                    <a:cubicBezTo>
                      <a:pt x="-4643" y="251361"/>
                      <a:pt x="-4643" y="221222"/>
                      <a:pt x="13930" y="202606"/>
                    </a:cubicBezTo>
                    <a:lnTo>
                      <a:pt x="202525" y="14011"/>
                    </a:lnTo>
                    <a:cubicBezTo>
                      <a:pt x="211425" y="5029"/>
                      <a:pt x="223551" y="-17"/>
                      <a:pt x="236196" y="0"/>
                    </a:cubicBezTo>
                    <a:lnTo>
                      <a:pt x="236196" y="0"/>
                    </a:lnTo>
                    <a:cubicBezTo>
                      <a:pt x="248835" y="-34"/>
                      <a:pt x="260961" y="4995"/>
                      <a:pt x="269867" y="13964"/>
                    </a:cubicBezTo>
                    <a:lnTo>
                      <a:pt x="458462" y="202635"/>
                    </a:lnTo>
                    <a:cubicBezTo>
                      <a:pt x="477038" y="221254"/>
                      <a:pt x="477038" y="251395"/>
                      <a:pt x="458462" y="270015"/>
                    </a:cubicBezTo>
                    <a:lnTo>
                      <a:pt x="269915" y="458658"/>
                    </a:lnTo>
                    <a:cubicBezTo>
                      <a:pt x="260994" y="467632"/>
                      <a:pt x="248850" y="472660"/>
                      <a:pt x="236196" y="472621"/>
                    </a:cubicBezTo>
                    <a:close/>
                    <a:moveTo>
                      <a:pt x="27084" y="256213"/>
                    </a:moveTo>
                    <a:lnTo>
                      <a:pt x="27399" y="256537"/>
                    </a:lnTo>
                    <a:lnTo>
                      <a:pt x="215994" y="445189"/>
                    </a:lnTo>
                    <a:cubicBezTo>
                      <a:pt x="221336" y="450573"/>
                      <a:pt x="228612" y="453591"/>
                      <a:pt x="236196" y="453571"/>
                    </a:cubicBezTo>
                    <a:lnTo>
                      <a:pt x="236196" y="453571"/>
                    </a:lnTo>
                    <a:cubicBezTo>
                      <a:pt x="243777" y="453594"/>
                      <a:pt x="251052" y="450583"/>
                      <a:pt x="256399" y="445208"/>
                    </a:cubicBezTo>
                    <a:lnTo>
                      <a:pt x="444994" y="256537"/>
                    </a:lnTo>
                    <a:cubicBezTo>
                      <a:pt x="456159" y="245384"/>
                      <a:pt x="456169" y="227291"/>
                      <a:pt x="445017" y="216126"/>
                    </a:cubicBezTo>
                    <a:cubicBezTo>
                      <a:pt x="445009" y="216119"/>
                      <a:pt x="445001" y="216111"/>
                      <a:pt x="444994" y="216103"/>
                    </a:cubicBezTo>
                    <a:lnTo>
                      <a:pt x="256399" y="27432"/>
                    </a:lnTo>
                    <a:cubicBezTo>
                      <a:pt x="251054" y="22052"/>
                      <a:pt x="243780" y="19034"/>
                      <a:pt x="236196" y="19050"/>
                    </a:cubicBezTo>
                    <a:lnTo>
                      <a:pt x="236196" y="19050"/>
                    </a:lnTo>
                    <a:cubicBezTo>
                      <a:pt x="228617" y="19028"/>
                      <a:pt x="221344" y="22035"/>
                      <a:pt x="215994" y="27404"/>
                    </a:cubicBezTo>
                    <a:lnTo>
                      <a:pt x="27399" y="216084"/>
                    </a:lnTo>
                    <a:cubicBezTo>
                      <a:pt x="16339" y="227125"/>
                      <a:pt x="16198" y="245001"/>
                      <a:pt x="27084" y="256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64A2F8D-EB3F-A232-97E8-E709D6CE54F1}"/>
                  </a:ext>
                </a:extLst>
              </p:cNvPr>
              <p:cNvSpPr/>
              <p:nvPr/>
            </p:nvSpPr>
            <p:spPr>
              <a:xfrm>
                <a:off x="640788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3BD1F3B-45E3-9DDB-87E9-ED8FD875E854}"/>
                  </a:ext>
                </a:extLst>
              </p:cNvPr>
              <p:cNvSpPr/>
              <p:nvPr/>
            </p:nvSpPr>
            <p:spPr>
              <a:xfrm>
                <a:off x="627453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761D2702-C9D3-F0D1-7713-265043273076}"/>
                  </a:ext>
                </a:extLst>
              </p:cNvPr>
              <p:cNvSpPr/>
              <p:nvPr/>
            </p:nvSpPr>
            <p:spPr>
              <a:xfrm>
                <a:off x="6407906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E65B0A2-7BC2-0D06-D221-44E308BDAD33}"/>
                  </a:ext>
                </a:extLst>
              </p:cNvPr>
              <p:cNvSpPr/>
              <p:nvPr/>
            </p:nvSpPr>
            <p:spPr>
              <a:xfrm>
                <a:off x="6274547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0606275-1DD2-C2E5-7048-F5E66EDBA44E}"/>
                  </a:ext>
                </a:extLst>
              </p:cNvPr>
              <p:cNvSpPr/>
              <p:nvPr/>
            </p:nvSpPr>
            <p:spPr>
              <a:xfrm>
                <a:off x="640788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E9B43E9-FBA8-6ABB-0D8A-101EC786CDDC}"/>
                  </a:ext>
                </a:extLst>
              </p:cNvPr>
              <p:cNvSpPr/>
              <p:nvPr/>
            </p:nvSpPr>
            <p:spPr>
              <a:xfrm>
                <a:off x="627453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46AC1C40-644A-BF6E-4781-1F27C806EE5B}"/>
                  </a:ext>
                </a:extLst>
              </p:cNvPr>
              <p:cNvSpPr/>
              <p:nvPr/>
            </p:nvSpPr>
            <p:spPr>
              <a:xfrm>
                <a:off x="6635339" y="4112762"/>
                <a:ext cx="47625" cy="47625"/>
              </a:xfrm>
              <a:custGeom>
                <a:avLst/>
                <a:gdLst>
                  <a:gd name="connsiteX0" fmla="*/ 23817 w 47625"/>
                  <a:gd name="connsiteY0" fmla="*/ 47625 h 47625"/>
                  <a:gd name="connsiteX1" fmla="*/ 0 w 47625"/>
                  <a:gd name="connsiteY1" fmla="*/ 23817 h 47625"/>
                  <a:gd name="connsiteX2" fmla="*/ 23807 w 47625"/>
                  <a:gd name="connsiteY2" fmla="*/ 0 h 47625"/>
                  <a:gd name="connsiteX3" fmla="*/ 47625 w 47625"/>
                  <a:gd name="connsiteY3" fmla="*/ 23808 h 47625"/>
                  <a:gd name="connsiteX4" fmla="*/ 40667 w 47625"/>
                  <a:gd name="connsiteY4" fmla="*/ 40634 h 47625"/>
                  <a:gd name="connsiteX5" fmla="*/ 23817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8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1" y="45124"/>
                      <a:pt x="30143" y="47641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FD2E90D-3A14-0E4B-B440-11F2671C9EC7}"/>
                  </a:ext>
                </a:extLst>
              </p:cNvPr>
              <p:cNvSpPr/>
              <p:nvPr/>
            </p:nvSpPr>
            <p:spPr>
              <a:xfrm>
                <a:off x="6702691" y="4045392"/>
                <a:ext cx="47625" cy="47625"/>
              </a:xfrm>
              <a:custGeom>
                <a:avLst/>
                <a:gdLst>
                  <a:gd name="connsiteX0" fmla="*/ 23808 w 47625"/>
                  <a:gd name="connsiteY0" fmla="*/ 47625 h 47625"/>
                  <a:gd name="connsiteX1" fmla="*/ 0 w 47625"/>
                  <a:gd name="connsiteY1" fmla="*/ 23808 h 47625"/>
                  <a:gd name="connsiteX2" fmla="*/ 23816 w 47625"/>
                  <a:gd name="connsiteY2" fmla="*/ 0 h 47625"/>
                  <a:gd name="connsiteX3" fmla="*/ 47625 w 47625"/>
                  <a:gd name="connsiteY3" fmla="*/ 23817 h 47625"/>
                  <a:gd name="connsiteX4" fmla="*/ 40657 w 47625"/>
                  <a:gd name="connsiteY4" fmla="*/ 40643 h 47625"/>
                  <a:gd name="connsiteX5" fmla="*/ 23808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08" y="47625"/>
                    </a:moveTo>
                    <a:cubicBezTo>
                      <a:pt x="10657" y="47622"/>
                      <a:pt x="-3" y="36960"/>
                      <a:pt x="0" y="23808"/>
                    </a:cubicBezTo>
                    <a:cubicBezTo>
                      <a:pt x="2" y="10657"/>
                      <a:pt x="10665" y="-3"/>
                      <a:pt x="23816" y="0"/>
                    </a:cubicBezTo>
                    <a:cubicBezTo>
                      <a:pt x="36967" y="3"/>
                      <a:pt x="47627" y="10666"/>
                      <a:pt x="47625" y="23817"/>
                    </a:cubicBezTo>
                    <a:cubicBezTo>
                      <a:pt x="47623" y="30128"/>
                      <a:pt x="45118" y="36179"/>
                      <a:pt x="40657" y="40643"/>
                    </a:cubicBezTo>
                    <a:cubicBezTo>
                      <a:pt x="36201" y="45130"/>
                      <a:pt x="30132" y="47645"/>
                      <a:pt x="2380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BFA471E-9A24-62FD-C4C4-D58A33102404}"/>
                  </a:ext>
                </a:extLst>
              </p:cNvPr>
              <p:cNvSpPr/>
              <p:nvPr/>
            </p:nvSpPr>
            <p:spPr>
              <a:xfrm>
                <a:off x="6541061" y="4018436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9D1E943A-34F9-546C-07A8-D9F2B661D498}"/>
                  </a:ext>
                </a:extLst>
              </p:cNvPr>
              <p:cNvSpPr/>
              <p:nvPr/>
            </p:nvSpPr>
            <p:spPr>
              <a:xfrm>
                <a:off x="6770051" y="3978060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3C3A665-9D6F-C579-308C-6FC75C439E39}"/>
                  </a:ext>
                </a:extLst>
              </p:cNvPr>
              <p:cNvSpPr/>
              <p:nvPr/>
            </p:nvSpPr>
            <p:spPr>
              <a:xfrm>
                <a:off x="6608451" y="3951075"/>
                <a:ext cx="47624" cy="47625"/>
              </a:xfrm>
              <a:custGeom>
                <a:avLst/>
                <a:gdLst>
                  <a:gd name="connsiteX0" fmla="*/ 23788 w 47624"/>
                  <a:gd name="connsiteY0" fmla="*/ 47625 h 47625"/>
                  <a:gd name="connsiteX1" fmla="*/ 6976 w 47624"/>
                  <a:gd name="connsiteY1" fmla="*/ 40653 h 47625"/>
                  <a:gd name="connsiteX2" fmla="*/ 6972 w 47624"/>
                  <a:gd name="connsiteY2" fmla="*/ 6977 h 47625"/>
                  <a:gd name="connsiteX3" fmla="*/ 40648 w 47624"/>
                  <a:gd name="connsiteY3" fmla="*/ 6972 h 47625"/>
                  <a:gd name="connsiteX4" fmla="*/ 40652 w 47624"/>
                  <a:gd name="connsiteY4" fmla="*/ 40648 h 47625"/>
                  <a:gd name="connsiteX5" fmla="*/ 23788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8" y="47625"/>
                    </a:moveTo>
                    <a:cubicBezTo>
                      <a:pt x="17477" y="47643"/>
                      <a:pt x="11423" y="45131"/>
                      <a:pt x="6976" y="40653"/>
                    </a:cubicBezTo>
                    <a:cubicBezTo>
                      <a:pt x="-2324" y="31355"/>
                      <a:pt x="-2326" y="16277"/>
                      <a:pt x="6972" y="6977"/>
                    </a:cubicBezTo>
                    <a:cubicBezTo>
                      <a:pt x="16270" y="-2324"/>
                      <a:pt x="31347" y="-2326"/>
                      <a:pt x="40648" y="6972"/>
                    </a:cubicBezTo>
                    <a:cubicBezTo>
                      <a:pt x="49948" y="16271"/>
                      <a:pt x="49950" y="31348"/>
                      <a:pt x="40652" y="40648"/>
                    </a:cubicBezTo>
                    <a:cubicBezTo>
                      <a:pt x="36181" y="45121"/>
                      <a:pt x="30113" y="47632"/>
                      <a:pt x="2378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0997E5D0-E840-E7B5-E7E9-E37821A86FDC}"/>
                  </a:ext>
                </a:extLst>
              </p:cNvPr>
              <p:cNvSpPr/>
              <p:nvPr/>
            </p:nvSpPr>
            <p:spPr>
              <a:xfrm>
                <a:off x="6675773" y="3883762"/>
                <a:ext cx="47624" cy="47625"/>
              </a:xfrm>
              <a:custGeom>
                <a:avLst/>
                <a:gdLst>
                  <a:gd name="connsiteX0" fmla="*/ 23817 w 47624"/>
                  <a:gd name="connsiteY0" fmla="*/ 47625 h 47625"/>
                  <a:gd name="connsiteX1" fmla="*/ 0 w 47624"/>
                  <a:gd name="connsiteY1" fmla="*/ 23817 h 47625"/>
                  <a:gd name="connsiteX2" fmla="*/ 23807 w 47624"/>
                  <a:gd name="connsiteY2" fmla="*/ 0 h 47625"/>
                  <a:gd name="connsiteX3" fmla="*/ 47625 w 47624"/>
                  <a:gd name="connsiteY3" fmla="*/ 23808 h 47625"/>
                  <a:gd name="connsiteX4" fmla="*/ 40667 w 47624"/>
                  <a:gd name="connsiteY4" fmla="*/ 40634 h 47625"/>
                  <a:gd name="connsiteX5" fmla="*/ 23817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9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2" y="45126"/>
                      <a:pt x="30143" y="47644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  <p:grpSp>
          <p:nvGrpSpPr>
            <p:cNvPr id="8" name="Graphic 50" descr="Dice outline">
              <a:extLst>
                <a:ext uri="{FF2B5EF4-FFF2-40B4-BE49-F238E27FC236}">
                  <a16:creationId xmlns:a16="http://schemas.microsoft.com/office/drawing/2014/main" id="{BD26CCCB-4E74-AFFC-480F-2DF89AB0AC77}"/>
                </a:ext>
              </a:extLst>
            </p:cNvPr>
            <p:cNvGrpSpPr/>
            <p:nvPr/>
          </p:nvGrpSpPr>
          <p:grpSpPr>
            <a:xfrm rot="16200000" flipV="1">
              <a:off x="6110733" y="1328453"/>
              <a:ext cx="731497" cy="750827"/>
              <a:chOff x="6184050" y="3507525"/>
              <a:chExt cx="731497" cy="750827"/>
            </a:xfrm>
            <a:solidFill>
              <a:schemeClr val="bg1">
                <a:lumMod val="95000"/>
              </a:schemeClr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AC607F1-B782-81F1-4DFA-FE43998E4E2F}"/>
                  </a:ext>
                </a:extLst>
              </p:cNvPr>
              <p:cNvSpPr/>
              <p:nvPr/>
            </p:nvSpPr>
            <p:spPr>
              <a:xfrm>
                <a:off x="6184050" y="3507525"/>
                <a:ext cx="361950" cy="362073"/>
              </a:xfrm>
              <a:custGeom>
                <a:avLst/>
                <a:gdLst>
                  <a:gd name="connsiteX0" fmla="*/ 314325 w 361950"/>
                  <a:gd name="connsiteY0" fmla="*/ 362074 h 362073"/>
                  <a:gd name="connsiteX1" fmla="*/ 47625 w 361950"/>
                  <a:gd name="connsiteY1" fmla="*/ 362074 h 362073"/>
                  <a:gd name="connsiteX2" fmla="*/ 0 w 361950"/>
                  <a:gd name="connsiteY2" fmla="*/ 314449 h 362073"/>
                  <a:gd name="connsiteX3" fmla="*/ 0 w 361950"/>
                  <a:gd name="connsiteY3" fmla="*/ 47625 h 362073"/>
                  <a:gd name="connsiteX4" fmla="*/ 47625 w 361950"/>
                  <a:gd name="connsiteY4" fmla="*/ 0 h 362073"/>
                  <a:gd name="connsiteX5" fmla="*/ 314325 w 361950"/>
                  <a:gd name="connsiteY5" fmla="*/ 0 h 362073"/>
                  <a:gd name="connsiteX6" fmla="*/ 361950 w 361950"/>
                  <a:gd name="connsiteY6" fmla="*/ 47625 h 362073"/>
                  <a:gd name="connsiteX7" fmla="*/ 361950 w 361950"/>
                  <a:gd name="connsiteY7" fmla="*/ 314439 h 362073"/>
                  <a:gd name="connsiteX8" fmla="*/ 314325 w 361950"/>
                  <a:gd name="connsiteY8" fmla="*/ 362074 h 362073"/>
                  <a:gd name="connsiteX9" fmla="*/ 47625 w 361950"/>
                  <a:gd name="connsiteY9" fmla="*/ 19050 h 362073"/>
                  <a:gd name="connsiteX10" fmla="*/ 19050 w 361950"/>
                  <a:gd name="connsiteY10" fmla="*/ 47625 h 362073"/>
                  <a:gd name="connsiteX11" fmla="*/ 19050 w 361950"/>
                  <a:gd name="connsiteY11" fmla="*/ 314439 h 362073"/>
                  <a:gd name="connsiteX12" fmla="*/ 47625 w 361950"/>
                  <a:gd name="connsiteY12" fmla="*/ 343014 h 362073"/>
                  <a:gd name="connsiteX13" fmla="*/ 314325 w 361950"/>
                  <a:gd name="connsiteY13" fmla="*/ 343014 h 362073"/>
                  <a:gd name="connsiteX14" fmla="*/ 342900 w 361950"/>
                  <a:gd name="connsiteY14" fmla="*/ 314439 h 362073"/>
                  <a:gd name="connsiteX15" fmla="*/ 342900 w 361950"/>
                  <a:gd name="connsiteY15" fmla="*/ 47625 h 362073"/>
                  <a:gd name="connsiteX16" fmla="*/ 314325 w 361950"/>
                  <a:gd name="connsiteY16" fmla="*/ 19050 h 362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61950" h="362073">
                    <a:moveTo>
                      <a:pt x="314325" y="362074"/>
                    </a:moveTo>
                    <a:lnTo>
                      <a:pt x="47625" y="362074"/>
                    </a:lnTo>
                    <a:cubicBezTo>
                      <a:pt x="21338" y="362037"/>
                      <a:pt x="37" y="340736"/>
                      <a:pt x="0" y="314449"/>
                    </a:cubicBezTo>
                    <a:lnTo>
                      <a:pt x="0" y="47625"/>
                    </a:lnTo>
                    <a:cubicBezTo>
                      <a:pt x="37" y="21338"/>
                      <a:pt x="21338" y="37"/>
                      <a:pt x="47625" y="0"/>
                    </a:cubicBezTo>
                    <a:lnTo>
                      <a:pt x="314325" y="0"/>
                    </a:lnTo>
                    <a:cubicBezTo>
                      <a:pt x="340612" y="37"/>
                      <a:pt x="361913" y="21338"/>
                      <a:pt x="361950" y="47625"/>
                    </a:cubicBezTo>
                    <a:lnTo>
                      <a:pt x="361950" y="314439"/>
                    </a:lnTo>
                    <a:cubicBezTo>
                      <a:pt x="361919" y="340730"/>
                      <a:pt x="340616" y="362037"/>
                      <a:pt x="314325" y="362074"/>
                    </a:cubicBezTo>
                    <a:close/>
                    <a:moveTo>
                      <a:pt x="47625" y="19050"/>
                    </a:moveTo>
                    <a:cubicBezTo>
                      <a:pt x="31843" y="19050"/>
                      <a:pt x="19050" y="31843"/>
                      <a:pt x="19050" y="47625"/>
                    </a:cubicBezTo>
                    <a:lnTo>
                      <a:pt x="19050" y="314439"/>
                    </a:lnTo>
                    <a:cubicBezTo>
                      <a:pt x="19050" y="330221"/>
                      <a:pt x="31843" y="343014"/>
                      <a:pt x="47625" y="343014"/>
                    </a:cubicBezTo>
                    <a:lnTo>
                      <a:pt x="314325" y="343014"/>
                    </a:lnTo>
                    <a:cubicBezTo>
                      <a:pt x="330107" y="343014"/>
                      <a:pt x="342900" y="330221"/>
                      <a:pt x="342900" y="314439"/>
                    </a:cubicBezTo>
                    <a:lnTo>
                      <a:pt x="342900" y="47625"/>
                    </a:lnTo>
                    <a:cubicBezTo>
                      <a:pt x="342900" y="31843"/>
                      <a:pt x="330107" y="19050"/>
                      <a:pt x="314325" y="1905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22659CA-F972-D0C0-6BBC-5644890737BA}"/>
                  </a:ext>
                </a:extLst>
              </p:cNvPr>
              <p:cNvSpPr/>
              <p:nvPr/>
            </p:nvSpPr>
            <p:spPr>
              <a:xfrm>
                <a:off x="6443153" y="3785731"/>
                <a:ext cx="472393" cy="472621"/>
              </a:xfrm>
              <a:custGeom>
                <a:avLst/>
                <a:gdLst>
                  <a:gd name="connsiteX0" fmla="*/ 236196 w 472393"/>
                  <a:gd name="connsiteY0" fmla="*/ 472621 h 472621"/>
                  <a:gd name="connsiteX1" fmla="*/ 236196 w 472393"/>
                  <a:gd name="connsiteY1" fmla="*/ 472621 h 472621"/>
                  <a:gd name="connsiteX2" fmla="*/ 202525 w 472393"/>
                  <a:gd name="connsiteY2" fmla="*/ 458648 h 472621"/>
                  <a:gd name="connsiteX3" fmla="*/ 13930 w 472393"/>
                  <a:gd name="connsiteY3" fmla="*/ 269977 h 472621"/>
                  <a:gd name="connsiteX4" fmla="*/ 13930 w 472393"/>
                  <a:gd name="connsiteY4" fmla="*/ 202606 h 472621"/>
                  <a:gd name="connsiteX5" fmla="*/ 202525 w 472393"/>
                  <a:gd name="connsiteY5" fmla="*/ 14011 h 472621"/>
                  <a:gd name="connsiteX6" fmla="*/ 236196 w 472393"/>
                  <a:gd name="connsiteY6" fmla="*/ 0 h 472621"/>
                  <a:gd name="connsiteX7" fmla="*/ 236196 w 472393"/>
                  <a:gd name="connsiteY7" fmla="*/ 0 h 472621"/>
                  <a:gd name="connsiteX8" fmla="*/ 269867 w 472393"/>
                  <a:gd name="connsiteY8" fmla="*/ 13964 h 472621"/>
                  <a:gd name="connsiteX9" fmla="*/ 458462 w 472393"/>
                  <a:gd name="connsiteY9" fmla="*/ 202635 h 472621"/>
                  <a:gd name="connsiteX10" fmla="*/ 458462 w 472393"/>
                  <a:gd name="connsiteY10" fmla="*/ 270015 h 472621"/>
                  <a:gd name="connsiteX11" fmla="*/ 269915 w 472393"/>
                  <a:gd name="connsiteY11" fmla="*/ 458658 h 472621"/>
                  <a:gd name="connsiteX12" fmla="*/ 236196 w 472393"/>
                  <a:gd name="connsiteY12" fmla="*/ 472621 h 472621"/>
                  <a:gd name="connsiteX13" fmla="*/ 27084 w 472393"/>
                  <a:gd name="connsiteY13" fmla="*/ 256213 h 472621"/>
                  <a:gd name="connsiteX14" fmla="*/ 27399 w 472393"/>
                  <a:gd name="connsiteY14" fmla="*/ 256537 h 472621"/>
                  <a:gd name="connsiteX15" fmla="*/ 215994 w 472393"/>
                  <a:gd name="connsiteY15" fmla="*/ 445189 h 472621"/>
                  <a:gd name="connsiteX16" fmla="*/ 236196 w 472393"/>
                  <a:gd name="connsiteY16" fmla="*/ 453571 h 472621"/>
                  <a:gd name="connsiteX17" fmla="*/ 236196 w 472393"/>
                  <a:gd name="connsiteY17" fmla="*/ 453571 h 472621"/>
                  <a:gd name="connsiteX18" fmla="*/ 256399 w 472393"/>
                  <a:gd name="connsiteY18" fmla="*/ 445208 h 472621"/>
                  <a:gd name="connsiteX19" fmla="*/ 444994 w 472393"/>
                  <a:gd name="connsiteY19" fmla="*/ 256537 h 472621"/>
                  <a:gd name="connsiteX20" fmla="*/ 445017 w 472393"/>
                  <a:gd name="connsiteY20" fmla="*/ 216126 h 472621"/>
                  <a:gd name="connsiteX21" fmla="*/ 444994 w 472393"/>
                  <a:gd name="connsiteY21" fmla="*/ 216103 h 472621"/>
                  <a:gd name="connsiteX22" fmla="*/ 256399 w 472393"/>
                  <a:gd name="connsiteY22" fmla="*/ 27432 h 472621"/>
                  <a:gd name="connsiteX23" fmla="*/ 236196 w 472393"/>
                  <a:gd name="connsiteY23" fmla="*/ 19050 h 472621"/>
                  <a:gd name="connsiteX24" fmla="*/ 236196 w 472393"/>
                  <a:gd name="connsiteY24" fmla="*/ 19050 h 472621"/>
                  <a:gd name="connsiteX25" fmla="*/ 215994 w 472393"/>
                  <a:gd name="connsiteY25" fmla="*/ 27404 h 472621"/>
                  <a:gd name="connsiteX26" fmla="*/ 27399 w 472393"/>
                  <a:gd name="connsiteY26" fmla="*/ 216084 h 472621"/>
                  <a:gd name="connsiteX27" fmla="*/ 27084 w 472393"/>
                  <a:gd name="connsiteY27" fmla="*/ 256213 h 472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2393" h="472621">
                    <a:moveTo>
                      <a:pt x="236196" y="472621"/>
                    </a:moveTo>
                    <a:lnTo>
                      <a:pt x="236196" y="472621"/>
                    </a:lnTo>
                    <a:cubicBezTo>
                      <a:pt x="223556" y="472655"/>
                      <a:pt x="211427" y="467622"/>
                      <a:pt x="202525" y="458648"/>
                    </a:cubicBezTo>
                    <a:lnTo>
                      <a:pt x="13930" y="269977"/>
                    </a:lnTo>
                    <a:cubicBezTo>
                      <a:pt x="-4643" y="251361"/>
                      <a:pt x="-4643" y="221222"/>
                      <a:pt x="13930" y="202606"/>
                    </a:cubicBezTo>
                    <a:lnTo>
                      <a:pt x="202525" y="14011"/>
                    </a:lnTo>
                    <a:cubicBezTo>
                      <a:pt x="211425" y="5029"/>
                      <a:pt x="223551" y="-17"/>
                      <a:pt x="236196" y="0"/>
                    </a:cubicBezTo>
                    <a:lnTo>
                      <a:pt x="236196" y="0"/>
                    </a:lnTo>
                    <a:cubicBezTo>
                      <a:pt x="248835" y="-34"/>
                      <a:pt x="260961" y="4995"/>
                      <a:pt x="269867" y="13964"/>
                    </a:cubicBezTo>
                    <a:lnTo>
                      <a:pt x="458462" y="202635"/>
                    </a:lnTo>
                    <a:cubicBezTo>
                      <a:pt x="477038" y="221254"/>
                      <a:pt x="477038" y="251395"/>
                      <a:pt x="458462" y="270015"/>
                    </a:cubicBezTo>
                    <a:lnTo>
                      <a:pt x="269915" y="458658"/>
                    </a:lnTo>
                    <a:cubicBezTo>
                      <a:pt x="260994" y="467632"/>
                      <a:pt x="248850" y="472660"/>
                      <a:pt x="236196" y="472621"/>
                    </a:cubicBezTo>
                    <a:close/>
                    <a:moveTo>
                      <a:pt x="27084" y="256213"/>
                    </a:moveTo>
                    <a:lnTo>
                      <a:pt x="27399" y="256537"/>
                    </a:lnTo>
                    <a:lnTo>
                      <a:pt x="215994" y="445189"/>
                    </a:lnTo>
                    <a:cubicBezTo>
                      <a:pt x="221336" y="450573"/>
                      <a:pt x="228612" y="453591"/>
                      <a:pt x="236196" y="453571"/>
                    </a:cubicBezTo>
                    <a:lnTo>
                      <a:pt x="236196" y="453571"/>
                    </a:lnTo>
                    <a:cubicBezTo>
                      <a:pt x="243777" y="453594"/>
                      <a:pt x="251052" y="450583"/>
                      <a:pt x="256399" y="445208"/>
                    </a:cubicBezTo>
                    <a:lnTo>
                      <a:pt x="444994" y="256537"/>
                    </a:lnTo>
                    <a:cubicBezTo>
                      <a:pt x="456159" y="245384"/>
                      <a:pt x="456169" y="227291"/>
                      <a:pt x="445017" y="216126"/>
                    </a:cubicBezTo>
                    <a:cubicBezTo>
                      <a:pt x="445009" y="216119"/>
                      <a:pt x="445001" y="216111"/>
                      <a:pt x="444994" y="216103"/>
                    </a:cubicBezTo>
                    <a:lnTo>
                      <a:pt x="256399" y="27432"/>
                    </a:lnTo>
                    <a:cubicBezTo>
                      <a:pt x="251054" y="22052"/>
                      <a:pt x="243780" y="19034"/>
                      <a:pt x="236196" y="19050"/>
                    </a:cubicBezTo>
                    <a:lnTo>
                      <a:pt x="236196" y="19050"/>
                    </a:lnTo>
                    <a:cubicBezTo>
                      <a:pt x="228617" y="19028"/>
                      <a:pt x="221344" y="22035"/>
                      <a:pt x="215994" y="27404"/>
                    </a:cubicBezTo>
                    <a:lnTo>
                      <a:pt x="27399" y="216084"/>
                    </a:lnTo>
                    <a:cubicBezTo>
                      <a:pt x="16339" y="227125"/>
                      <a:pt x="16198" y="245001"/>
                      <a:pt x="27084" y="25621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75A9D36-ACB7-7252-FFC4-665ED29A2E3D}"/>
                  </a:ext>
                </a:extLst>
              </p:cNvPr>
              <p:cNvSpPr/>
              <p:nvPr/>
            </p:nvSpPr>
            <p:spPr>
              <a:xfrm>
                <a:off x="640788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AB6EF51-C0D5-C69E-717D-8A6BC02256D9}"/>
                  </a:ext>
                </a:extLst>
              </p:cNvPr>
              <p:cNvSpPr/>
              <p:nvPr/>
            </p:nvSpPr>
            <p:spPr>
              <a:xfrm>
                <a:off x="6274537" y="3760042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9FAA2E-1444-F816-631B-F3A7E3A5B02D}"/>
                  </a:ext>
                </a:extLst>
              </p:cNvPr>
              <p:cNvSpPr/>
              <p:nvPr/>
            </p:nvSpPr>
            <p:spPr>
              <a:xfrm>
                <a:off x="6407906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69C0FD3-ECDF-F0E3-519B-B11B8A8118E3}"/>
                  </a:ext>
                </a:extLst>
              </p:cNvPr>
              <p:cNvSpPr/>
              <p:nvPr/>
            </p:nvSpPr>
            <p:spPr>
              <a:xfrm>
                <a:off x="6274547" y="3664763"/>
                <a:ext cx="47625" cy="47625"/>
              </a:xfrm>
              <a:custGeom>
                <a:avLst/>
                <a:gdLst>
                  <a:gd name="connsiteX0" fmla="*/ 47625 w 47625"/>
                  <a:gd name="connsiteY0" fmla="*/ 23812 h 47625"/>
                  <a:gd name="connsiteX1" fmla="*/ 23812 w 47625"/>
                  <a:gd name="connsiteY1" fmla="*/ 47625 h 47625"/>
                  <a:gd name="connsiteX2" fmla="*/ 0 w 47625"/>
                  <a:gd name="connsiteY2" fmla="*/ 23812 h 47625"/>
                  <a:gd name="connsiteX3" fmla="*/ 23812 w 47625"/>
                  <a:gd name="connsiteY3" fmla="*/ 0 h 47625"/>
                  <a:gd name="connsiteX4" fmla="*/ 47625 w 47625"/>
                  <a:gd name="connsiteY4" fmla="*/ 2381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2"/>
                    </a:moveTo>
                    <a:cubicBezTo>
                      <a:pt x="47625" y="36964"/>
                      <a:pt x="36964" y="47625"/>
                      <a:pt x="23812" y="47625"/>
                    </a:cubicBezTo>
                    <a:cubicBezTo>
                      <a:pt x="10661" y="47625"/>
                      <a:pt x="0" y="36964"/>
                      <a:pt x="0" y="23812"/>
                    </a:cubicBez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10C51ED-0D37-8C31-5769-39D654CDEA89}"/>
                  </a:ext>
                </a:extLst>
              </p:cNvPr>
              <p:cNvSpPr/>
              <p:nvPr/>
            </p:nvSpPr>
            <p:spPr>
              <a:xfrm>
                <a:off x="640788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2C74F21-298D-FF62-871B-DD40D99612CC}"/>
                  </a:ext>
                </a:extLst>
              </p:cNvPr>
              <p:cNvSpPr/>
              <p:nvPr/>
            </p:nvSpPr>
            <p:spPr>
              <a:xfrm>
                <a:off x="6274537" y="3569494"/>
                <a:ext cx="47625" cy="47625"/>
              </a:xfrm>
              <a:custGeom>
                <a:avLst/>
                <a:gdLst>
                  <a:gd name="connsiteX0" fmla="*/ 23813 w 47625"/>
                  <a:gd name="connsiteY0" fmla="*/ 47625 h 47625"/>
                  <a:gd name="connsiteX1" fmla="*/ 0 w 47625"/>
                  <a:gd name="connsiteY1" fmla="*/ 23813 h 47625"/>
                  <a:gd name="connsiteX2" fmla="*/ 23813 w 47625"/>
                  <a:gd name="connsiteY2" fmla="*/ 0 h 47625"/>
                  <a:gd name="connsiteX3" fmla="*/ 47625 w 47625"/>
                  <a:gd name="connsiteY3" fmla="*/ 23813 h 47625"/>
                  <a:gd name="connsiteX4" fmla="*/ 23813 w 47625"/>
                  <a:gd name="connsiteY4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23813" y="47625"/>
                    </a:moveTo>
                    <a:cubicBezTo>
                      <a:pt x="10661" y="47625"/>
                      <a:pt x="0" y="36964"/>
                      <a:pt x="0" y="23813"/>
                    </a:cubicBezTo>
                    <a:cubicBezTo>
                      <a:pt x="0" y="10661"/>
                      <a:pt x="10661" y="0"/>
                      <a:pt x="23813" y="0"/>
                    </a:cubicBezTo>
                    <a:cubicBezTo>
                      <a:pt x="36964" y="0"/>
                      <a:pt x="47625" y="10661"/>
                      <a:pt x="47625" y="23813"/>
                    </a:cubicBezTo>
                    <a:cubicBezTo>
                      <a:pt x="47625" y="36964"/>
                      <a:pt x="36964" y="47625"/>
                      <a:pt x="23813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0ED106D-9326-2994-C267-675EA01978CF}"/>
                  </a:ext>
                </a:extLst>
              </p:cNvPr>
              <p:cNvSpPr/>
              <p:nvPr/>
            </p:nvSpPr>
            <p:spPr>
              <a:xfrm>
                <a:off x="6635339" y="4112762"/>
                <a:ext cx="47625" cy="47625"/>
              </a:xfrm>
              <a:custGeom>
                <a:avLst/>
                <a:gdLst>
                  <a:gd name="connsiteX0" fmla="*/ 23817 w 47625"/>
                  <a:gd name="connsiteY0" fmla="*/ 47625 h 47625"/>
                  <a:gd name="connsiteX1" fmla="*/ 0 w 47625"/>
                  <a:gd name="connsiteY1" fmla="*/ 23817 h 47625"/>
                  <a:gd name="connsiteX2" fmla="*/ 23807 w 47625"/>
                  <a:gd name="connsiteY2" fmla="*/ 0 h 47625"/>
                  <a:gd name="connsiteX3" fmla="*/ 47625 w 47625"/>
                  <a:gd name="connsiteY3" fmla="*/ 23808 h 47625"/>
                  <a:gd name="connsiteX4" fmla="*/ 40667 w 47625"/>
                  <a:gd name="connsiteY4" fmla="*/ 40634 h 47625"/>
                  <a:gd name="connsiteX5" fmla="*/ 23817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8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1" y="45124"/>
                      <a:pt x="30143" y="47641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63E36AC-A978-2473-425E-E8C8C675259E}"/>
                  </a:ext>
                </a:extLst>
              </p:cNvPr>
              <p:cNvSpPr/>
              <p:nvPr/>
            </p:nvSpPr>
            <p:spPr>
              <a:xfrm>
                <a:off x="6702691" y="4045392"/>
                <a:ext cx="47625" cy="47625"/>
              </a:xfrm>
              <a:custGeom>
                <a:avLst/>
                <a:gdLst>
                  <a:gd name="connsiteX0" fmla="*/ 23808 w 47625"/>
                  <a:gd name="connsiteY0" fmla="*/ 47625 h 47625"/>
                  <a:gd name="connsiteX1" fmla="*/ 0 w 47625"/>
                  <a:gd name="connsiteY1" fmla="*/ 23808 h 47625"/>
                  <a:gd name="connsiteX2" fmla="*/ 23816 w 47625"/>
                  <a:gd name="connsiteY2" fmla="*/ 0 h 47625"/>
                  <a:gd name="connsiteX3" fmla="*/ 47625 w 47625"/>
                  <a:gd name="connsiteY3" fmla="*/ 23817 h 47625"/>
                  <a:gd name="connsiteX4" fmla="*/ 40657 w 47625"/>
                  <a:gd name="connsiteY4" fmla="*/ 40643 h 47625"/>
                  <a:gd name="connsiteX5" fmla="*/ 23808 w 47625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47625">
                    <a:moveTo>
                      <a:pt x="23808" y="47625"/>
                    </a:moveTo>
                    <a:cubicBezTo>
                      <a:pt x="10657" y="47622"/>
                      <a:pt x="-3" y="36960"/>
                      <a:pt x="0" y="23808"/>
                    </a:cubicBezTo>
                    <a:cubicBezTo>
                      <a:pt x="2" y="10657"/>
                      <a:pt x="10665" y="-3"/>
                      <a:pt x="23816" y="0"/>
                    </a:cubicBezTo>
                    <a:cubicBezTo>
                      <a:pt x="36967" y="3"/>
                      <a:pt x="47627" y="10666"/>
                      <a:pt x="47625" y="23817"/>
                    </a:cubicBezTo>
                    <a:cubicBezTo>
                      <a:pt x="47623" y="30128"/>
                      <a:pt x="45118" y="36179"/>
                      <a:pt x="40657" y="40643"/>
                    </a:cubicBezTo>
                    <a:cubicBezTo>
                      <a:pt x="36201" y="45130"/>
                      <a:pt x="30132" y="47645"/>
                      <a:pt x="2380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548D7B6-1C86-406C-57FD-89D2B1C9B1A4}"/>
                  </a:ext>
                </a:extLst>
              </p:cNvPr>
              <p:cNvSpPr/>
              <p:nvPr/>
            </p:nvSpPr>
            <p:spPr>
              <a:xfrm>
                <a:off x="6541061" y="4018436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7522767-A6C3-BA73-19BD-A79E647E2C71}"/>
                  </a:ext>
                </a:extLst>
              </p:cNvPr>
              <p:cNvSpPr/>
              <p:nvPr/>
            </p:nvSpPr>
            <p:spPr>
              <a:xfrm>
                <a:off x="6770051" y="3978060"/>
                <a:ext cx="47624" cy="47625"/>
              </a:xfrm>
              <a:custGeom>
                <a:avLst/>
                <a:gdLst>
                  <a:gd name="connsiteX0" fmla="*/ 23789 w 47624"/>
                  <a:gd name="connsiteY0" fmla="*/ 47625 h 47625"/>
                  <a:gd name="connsiteX1" fmla="*/ 0 w 47624"/>
                  <a:gd name="connsiteY1" fmla="*/ 23789 h 47625"/>
                  <a:gd name="connsiteX2" fmla="*/ 23835 w 47624"/>
                  <a:gd name="connsiteY2" fmla="*/ 0 h 47625"/>
                  <a:gd name="connsiteX3" fmla="*/ 40619 w 47624"/>
                  <a:gd name="connsiteY3" fmla="*/ 6944 h 47625"/>
                  <a:gd name="connsiteX4" fmla="*/ 40681 w 47624"/>
                  <a:gd name="connsiteY4" fmla="*/ 40619 h 47625"/>
                  <a:gd name="connsiteX5" fmla="*/ 23789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9" y="47625"/>
                    </a:moveTo>
                    <a:cubicBezTo>
                      <a:pt x="10638" y="47612"/>
                      <a:pt x="-13" y="36940"/>
                      <a:pt x="0" y="23789"/>
                    </a:cubicBezTo>
                    <a:cubicBezTo>
                      <a:pt x="12" y="10638"/>
                      <a:pt x="10684" y="-13"/>
                      <a:pt x="23835" y="0"/>
                    </a:cubicBezTo>
                    <a:cubicBezTo>
                      <a:pt x="30128" y="7"/>
                      <a:pt x="36162" y="2502"/>
                      <a:pt x="40619" y="6944"/>
                    </a:cubicBezTo>
                    <a:cubicBezTo>
                      <a:pt x="49936" y="16226"/>
                      <a:pt x="49963" y="31303"/>
                      <a:pt x="40681" y="40619"/>
                    </a:cubicBezTo>
                    <a:cubicBezTo>
                      <a:pt x="36207" y="45110"/>
                      <a:pt x="30128" y="47632"/>
                      <a:pt x="23789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D7DD427-2B46-6535-7643-20A52A6AA633}"/>
                  </a:ext>
                </a:extLst>
              </p:cNvPr>
              <p:cNvSpPr/>
              <p:nvPr/>
            </p:nvSpPr>
            <p:spPr>
              <a:xfrm>
                <a:off x="6608451" y="3951075"/>
                <a:ext cx="47624" cy="47625"/>
              </a:xfrm>
              <a:custGeom>
                <a:avLst/>
                <a:gdLst>
                  <a:gd name="connsiteX0" fmla="*/ 23788 w 47624"/>
                  <a:gd name="connsiteY0" fmla="*/ 47625 h 47625"/>
                  <a:gd name="connsiteX1" fmla="*/ 6976 w 47624"/>
                  <a:gd name="connsiteY1" fmla="*/ 40653 h 47625"/>
                  <a:gd name="connsiteX2" fmla="*/ 6972 w 47624"/>
                  <a:gd name="connsiteY2" fmla="*/ 6977 h 47625"/>
                  <a:gd name="connsiteX3" fmla="*/ 40648 w 47624"/>
                  <a:gd name="connsiteY3" fmla="*/ 6972 h 47625"/>
                  <a:gd name="connsiteX4" fmla="*/ 40652 w 47624"/>
                  <a:gd name="connsiteY4" fmla="*/ 40648 h 47625"/>
                  <a:gd name="connsiteX5" fmla="*/ 23788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788" y="47625"/>
                    </a:moveTo>
                    <a:cubicBezTo>
                      <a:pt x="17477" y="47643"/>
                      <a:pt x="11423" y="45131"/>
                      <a:pt x="6976" y="40653"/>
                    </a:cubicBezTo>
                    <a:cubicBezTo>
                      <a:pt x="-2324" y="31355"/>
                      <a:pt x="-2326" y="16277"/>
                      <a:pt x="6972" y="6977"/>
                    </a:cubicBezTo>
                    <a:cubicBezTo>
                      <a:pt x="16270" y="-2324"/>
                      <a:pt x="31347" y="-2326"/>
                      <a:pt x="40648" y="6972"/>
                    </a:cubicBezTo>
                    <a:cubicBezTo>
                      <a:pt x="49948" y="16271"/>
                      <a:pt x="49950" y="31348"/>
                      <a:pt x="40652" y="40648"/>
                    </a:cubicBezTo>
                    <a:cubicBezTo>
                      <a:pt x="36181" y="45121"/>
                      <a:pt x="30113" y="47632"/>
                      <a:pt x="23788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4E97A2F-90DB-A8E5-8D4B-F97E8DEBE07B}"/>
                  </a:ext>
                </a:extLst>
              </p:cNvPr>
              <p:cNvSpPr/>
              <p:nvPr/>
            </p:nvSpPr>
            <p:spPr>
              <a:xfrm>
                <a:off x="6675773" y="3883762"/>
                <a:ext cx="47624" cy="47625"/>
              </a:xfrm>
              <a:custGeom>
                <a:avLst/>
                <a:gdLst>
                  <a:gd name="connsiteX0" fmla="*/ 23817 w 47624"/>
                  <a:gd name="connsiteY0" fmla="*/ 47625 h 47625"/>
                  <a:gd name="connsiteX1" fmla="*/ 0 w 47624"/>
                  <a:gd name="connsiteY1" fmla="*/ 23817 h 47625"/>
                  <a:gd name="connsiteX2" fmla="*/ 23807 w 47624"/>
                  <a:gd name="connsiteY2" fmla="*/ 0 h 47625"/>
                  <a:gd name="connsiteX3" fmla="*/ 47625 w 47624"/>
                  <a:gd name="connsiteY3" fmla="*/ 23808 h 47625"/>
                  <a:gd name="connsiteX4" fmla="*/ 40667 w 47624"/>
                  <a:gd name="connsiteY4" fmla="*/ 40634 h 47625"/>
                  <a:gd name="connsiteX5" fmla="*/ 23817 w 47624"/>
                  <a:gd name="connsiteY5" fmla="*/ 4762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4" h="47625">
                    <a:moveTo>
                      <a:pt x="23817" y="47625"/>
                    </a:moveTo>
                    <a:cubicBezTo>
                      <a:pt x="10666" y="47628"/>
                      <a:pt x="3" y="36968"/>
                      <a:pt x="0" y="23817"/>
                    </a:cubicBezTo>
                    <a:cubicBezTo>
                      <a:pt x="-3" y="10666"/>
                      <a:pt x="10656" y="3"/>
                      <a:pt x="23807" y="0"/>
                    </a:cubicBezTo>
                    <a:cubicBezTo>
                      <a:pt x="36959" y="-3"/>
                      <a:pt x="47622" y="10657"/>
                      <a:pt x="47625" y="23808"/>
                    </a:cubicBezTo>
                    <a:cubicBezTo>
                      <a:pt x="47626" y="30116"/>
                      <a:pt x="45124" y="36168"/>
                      <a:pt x="40667" y="40634"/>
                    </a:cubicBezTo>
                    <a:cubicBezTo>
                      <a:pt x="36212" y="45126"/>
                      <a:pt x="30143" y="47644"/>
                      <a:pt x="23817" y="47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2447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2249</TotalTime>
  <Words>856</Words>
  <Application>Microsoft Office PowerPoint</Application>
  <PresentationFormat>Widescreen</PresentationFormat>
  <Paragraphs>417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TOSHIBA</dc:creator>
  <cp:lastModifiedBy>TOSHIBA</cp:lastModifiedBy>
  <cp:revision>32</cp:revision>
  <dcterms:created xsi:type="dcterms:W3CDTF">2025-10-31T21:22:46Z</dcterms:created>
  <dcterms:modified xsi:type="dcterms:W3CDTF">2025-11-15T14:39:09Z</dcterms:modified>
</cp:coreProperties>
</file>